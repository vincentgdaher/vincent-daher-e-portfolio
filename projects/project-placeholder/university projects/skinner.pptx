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FE2B05-DAA1-427C-9BD5-62F9329B319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D2E153-6ABC-4462-B804-E997EA986C67}">
      <dgm:prSet phldrT="[Text]" phldr="0"/>
      <dgm:spPr/>
      <dgm:t>
        <a:bodyPr/>
        <a:lstStyle/>
        <a:p>
          <a:r>
            <a:rPr lang="ar-LB" dirty="0"/>
            <a:t>من هو سكينر</a:t>
          </a:r>
          <a:endParaRPr lang="en-US" dirty="0"/>
        </a:p>
      </dgm:t>
    </dgm:pt>
    <dgm:pt modelId="{A81E9E70-985F-4B05-BEFF-B6CFA7F46D64}" type="parTrans" cxnId="{CCFA4830-23B0-4299-B997-54A46AD79DD8}">
      <dgm:prSet/>
      <dgm:spPr/>
      <dgm:t>
        <a:bodyPr/>
        <a:lstStyle/>
        <a:p>
          <a:endParaRPr lang="en-US"/>
        </a:p>
      </dgm:t>
    </dgm:pt>
    <dgm:pt modelId="{CCB5519A-E5D3-4560-AFC8-8619B6CDE0A5}" type="sibTrans" cxnId="{CCFA4830-23B0-4299-B997-54A46AD79DD8}">
      <dgm:prSet/>
      <dgm:spPr/>
      <dgm:t>
        <a:bodyPr/>
        <a:lstStyle/>
        <a:p>
          <a:endParaRPr lang="en-US"/>
        </a:p>
      </dgm:t>
    </dgm:pt>
    <dgm:pt modelId="{CF83EE64-B2BE-4A95-B29A-A1F293D92356}">
      <dgm:prSet phldrT="[Text]" phldr="0"/>
      <dgm:spPr/>
      <dgm:t>
        <a:bodyPr/>
        <a:lstStyle/>
        <a:p>
          <a:r>
            <a:rPr lang="ar-LB" dirty="0"/>
            <a:t>المدرسة السلوكية</a:t>
          </a:r>
          <a:endParaRPr lang="en-US" dirty="0"/>
        </a:p>
      </dgm:t>
    </dgm:pt>
    <dgm:pt modelId="{F30E4F20-00EA-4C3B-967F-F0C851B30035}" type="parTrans" cxnId="{E239A619-9202-490F-BAFE-801BD44C58C0}">
      <dgm:prSet/>
      <dgm:spPr/>
      <dgm:t>
        <a:bodyPr/>
        <a:lstStyle/>
        <a:p>
          <a:endParaRPr lang="en-US"/>
        </a:p>
      </dgm:t>
    </dgm:pt>
    <dgm:pt modelId="{762F7893-E5E1-4977-877D-4CEE6B051E82}" type="sibTrans" cxnId="{E239A619-9202-490F-BAFE-801BD44C58C0}">
      <dgm:prSet/>
      <dgm:spPr/>
      <dgm:t>
        <a:bodyPr/>
        <a:lstStyle/>
        <a:p>
          <a:endParaRPr lang="en-US"/>
        </a:p>
      </dgm:t>
    </dgm:pt>
    <dgm:pt modelId="{56757377-D087-481B-AC53-3FE61B3017D2}">
      <dgm:prSet phldrT="[Text]" phldr="0"/>
      <dgm:spPr/>
      <dgm:t>
        <a:bodyPr/>
        <a:lstStyle/>
        <a:p>
          <a:r>
            <a:rPr lang="ar-LB" dirty="0"/>
            <a:t>الاشراط الاجرائي</a:t>
          </a:r>
        </a:p>
      </dgm:t>
    </dgm:pt>
    <dgm:pt modelId="{D2497681-9664-4761-90BF-88B20BD495A7}" type="parTrans" cxnId="{F50A2A33-70F6-4156-89D2-E7D0E0D7172F}">
      <dgm:prSet/>
      <dgm:spPr/>
      <dgm:t>
        <a:bodyPr/>
        <a:lstStyle/>
        <a:p>
          <a:endParaRPr lang="en-US"/>
        </a:p>
      </dgm:t>
    </dgm:pt>
    <dgm:pt modelId="{11C1CD43-32ED-4CBC-BAB3-CB35CA09A2D3}" type="sibTrans" cxnId="{F50A2A33-70F6-4156-89D2-E7D0E0D7172F}">
      <dgm:prSet/>
      <dgm:spPr/>
      <dgm:t>
        <a:bodyPr/>
        <a:lstStyle/>
        <a:p>
          <a:endParaRPr lang="en-US"/>
        </a:p>
      </dgm:t>
    </dgm:pt>
    <dgm:pt modelId="{3DCD984A-39AF-40D7-BE05-1DE68AB521FA}">
      <dgm:prSet phldrT="[Text]" phldr="0"/>
      <dgm:spPr/>
      <dgm:t>
        <a:bodyPr/>
        <a:lstStyle/>
        <a:p>
          <a:r>
            <a:rPr lang="ar-LB"/>
            <a:t>التعزيز</a:t>
          </a:r>
          <a:endParaRPr lang="ar-LB" dirty="0"/>
        </a:p>
      </dgm:t>
    </dgm:pt>
    <dgm:pt modelId="{A82D7EBC-F3E8-4648-9F83-2A588E797191}" type="parTrans" cxnId="{BAB63BD5-11C4-4ACC-9FAC-795503FD23F6}">
      <dgm:prSet/>
      <dgm:spPr/>
      <dgm:t>
        <a:bodyPr/>
        <a:lstStyle/>
        <a:p>
          <a:endParaRPr lang="en-US"/>
        </a:p>
      </dgm:t>
    </dgm:pt>
    <dgm:pt modelId="{280CA3F2-03D1-499D-853E-D4B667CA91A7}" type="sibTrans" cxnId="{BAB63BD5-11C4-4ACC-9FAC-795503FD23F6}">
      <dgm:prSet/>
      <dgm:spPr/>
      <dgm:t>
        <a:bodyPr/>
        <a:lstStyle/>
        <a:p>
          <a:endParaRPr lang="en-US"/>
        </a:p>
      </dgm:t>
    </dgm:pt>
    <dgm:pt modelId="{66940AAA-732C-4DD1-AC89-2490ED9430BC}">
      <dgm:prSet phldrT="[Text]" phldr="0"/>
      <dgm:spPr/>
      <dgm:t>
        <a:bodyPr/>
        <a:lstStyle/>
        <a:p>
          <a:r>
            <a:rPr lang="ar-LB"/>
            <a:t>العقاب</a:t>
          </a:r>
          <a:endParaRPr lang="ar-LB" dirty="0"/>
        </a:p>
      </dgm:t>
    </dgm:pt>
    <dgm:pt modelId="{AB717085-C05C-47AC-852C-EC13E95B7361}" type="parTrans" cxnId="{4FA9A75B-88E4-43AD-A9AC-3CC9CFE0BBFA}">
      <dgm:prSet/>
      <dgm:spPr/>
      <dgm:t>
        <a:bodyPr/>
        <a:lstStyle/>
        <a:p>
          <a:endParaRPr lang="en-US"/>
        </a:p>
      </dgm:t>
    </dgm:pt>
    <dgm:pt modelId="{33B078E8-30C3-4AA7-A996-13DDD08BC5EE}" type="sibTrans" cxnId="{4FA9A75B-88E4-43AD-A9AC-3CC9CFE0BBFA}">
      <dgm:prSet/>
      <dgm:spPr/>
      <dgm:t>
        <a:bodyPr/>
        <a:lstStyle/>
        <a:p>
          <a:endParaRPr lang="en-US"/>
        </a:p>
      </dgm:t>
    </dgm:pt>
    <dgm:pt modelId="{CFB46F78-720B-4252-918F-9A79064DFB0C}">
      <dgm:prSet phldrT="[Text]" phldr="0"/>
      <dgm:spPr/>
      <dgm:t>
        <a:bodyPr/>
        <a:lstStyle/>
        <a:p>
          <a:r>
            <a:rPr lang="ar-LB"/>
            <a:t>خاتمة</a:t>
          </a:r>
          <a:endParaRPr lang="ar-LB" dirty="0"/>
        </a:p>
      </dgm:t>
    </dgm:pt>
    <dgm:pt modelId="{3DD36A99-BD52-476A-817B-AFF78759C15D}" type="parTrans" cxnId="{0AD27B10-2A84-4A29-A29F-E2B73EDAEC88}">
      <dgm:prSet/>
      <dgm:spPr/>
      <dgm:t>
        <a:bodyPr/>
        <a:lstStyle/>
        <a:p>
          <a:endParaRPr lang="en-US"/>
        </a:p>
      </dgm:t>
    </dgm:pt>
    <dgm:pt modelId="{3F3177A1-E6E3-40EB-A845-32BDFEA8443B}" type="sibTrans" cxnId="{0AD27B10-2A84-4A29-A29F-E2B73EDAEC88}">
      <dgm:prSet/>
      <dgm:spPr/>
      <dgm:t>
        <a:bodyPr/>
        <a:lstStyle/>
        <a:p>
          <a:endParaRPr lang="en-US"/>
        </a:p>
      </dgm:t>
    </dgm:pt>
    <dgm:pt modelId="{92AC8CA8-AF72-4D4B-8DFC-2111FB68F3CC}" type="pres">
      <dgm:prSet presAssocID="{2AFE2B05-DAA1-427C-9BD5-62F9329B3191}" presName="Name0" presStyleCnt="0">
        <dgm:presLayoutVars>
          <dgm:chMax val="7"/>
          <dgm:chPref val="7"/>
          <dgm:dir/>
        </dgm:presLayoutVars>
      </dgm:prSet>
      <dgm:spPr/>
    </dgm:pt>
    <dgm:pt modelId="{22C1CC6A-60B9-4957-BC47-70478AEA1D40}" type="pres">
      <dgm:prSet presAssocID="{2AFE2B05-DAA1-427C-9BD5-62F9329B3191}" presName="Name1" presStyleCnt="0"/>
      <dgm:spPr/>
    </dgm:pt>
    <dgm:pt modelId="{4D95EFC3-DA27-4D41-83F5-321D2557AED3}" type="pres">
      <dgm:prSet presAssocID="{2AFE2B05-DAA1-427C-9BD5-62F9329B3191}" presName="cycle" presStyleCnt="0"/>
      <dgm:spPr/>
    </dgm:pt>
    <dgm:pt modelId="{174A5BB2-5D2A-4B2D-97AA-96A176B1940B}" type="pres">
      <dgm:prSet presAssocID="{2AFE2B05-DAA1-427C-9BD5-62F9329B3191}" presName="srcNode" presStyleLbl="node1" presStyleIdx="0" presStyleCnt="6"/>
      <dgm:spPr/>
    </dgm:pt>
    <dgm:pt modelId="{451B81E1-C3A1-4BAA-86D8-3CEEB5B15338}" type="pres">
      <dgm:prSet presAssocID="{2AFE2B05-DAA1-427C-9BD5-62F9329B3191}" presName="conn" presStyleLbl="parChTrans1D2" presStyleIdx="0" presStyleCnt="1"/>
      <dgm:spPr/>
    </dgm:pt>
    <dgm:pt modelId="{C5CDC208-4FAE-489C-8EFD-F7D1065ECBAB}" type="pres">
      <dgm:prSet presAssocID="{2AFE2B05-DAA1-427C-9BD5-62F9329B3191}" presName="extraNode" presStyleLbl="node1" presStyleIdx="0" presStyleCnt="6"/>
      <dgm:spPr/>
    </dgm:pt>
    <dgm:pt modelId="{7B8D571B-1F8A-4E7B-87A8-3DC17E399BF3}" type="pres">
      <dgm:prSet presAssocID="{2AFE2B05-DAA1-427C-9BD5-62F9329B3191}" presName="dstNode" presStyleLbl="node1" presStyleIdx="0" presStyleCnt="6"/>
      <dgm:spPr/>
    </dgm:pt>
    <dgm:pt modelId="{CB9F7F53-F04C-49F6-9D62-0CA2F4C0E39A}" type="pres">
      <dgm:prSet presAssocID="{EFD2E153-6ABC-4462-B804-E997EA986C67}" presName="text_1" presStyleLbl="node1" presStyleIdx="0" presStyleCnt="6">
        <dgm:presLayoutVars>
          <dgm:bulletEnabled val="1"/>
        </dgm:presLayoutVars>
      </dgm:prSet>
      <dgm:spPr/>
    </dgm:pt>
    <dgm:pt modelId="{F246EC33-A076-4C5B-A566-C09EEFA2D50A}" type="pres">
      <dgm:prSet presAssocID="{EFD2E153-6ABC-4462-B804-E997EA986C67}" presName="accent_1" presStyleCnt="0"/>
      <dgm:spPr/>
    </dgm:pt>
    <dgm:pt modelId="{51884A00-87B6-42DC-AD51-F54B0E5886F3}" type="pres">
      <dgm:prSet presAssocID="{EFD2E153-6ABC-4462-B804-E997EA986C67}" presName="accentRepeatNode" presStyleLbl="solidFgAcc1" presStyleIdx="0" presStyleCnt="6"/>
      <dgm:spPr/>
    </dgm:pt>
    <dgm:pt modelId="{C365612C-59DE-410D-BD4A-470D9B67CBF3}" type="pres">
      <dgm:prSet presAssocID="{CF83EE64-B2BE-4A95-B29A-A1F293D92356}" presName="text_2" presStyleLbl="node1" presStyleIdx="1" presStyleCnt="6">
        <dgm:presLayoutVars>
          <dgm:bulletEnabled val="1"/>
        </dgm:presLayoutVars>
      </dgm:prSet>
      <dgm:spPr/>
    </dgm:pt>
    <dgm:pt modelId="{92582BF6-42D4-4579-87C3-3300ABF7B1BF}" type="pres">
      <dgm:prSet presAssocID="{CF83EE64-B2BE-4A95-B29A-A1F293D92356}" presName="accent_2" presStyleCnt="0"/>
      <dgm:spPr/>
    </dgm:pt>
    <dgm:pt modelId="{8328D625-C356-4DBD-9E8F-CB0051FA568C}" type="pres">
      <dgm:prSet presAssocID="{CF83EE64-B2BE-4A95-B29A-A1F293D92356}" presName="accentRepeatNode" presStyleLbl="solidFgAcc1" presStyleIdx="1" presStyleCnt="6"/>
      <dgm:spPr/>
    </dgm:pt>
    <dgm:pt modelId="{45B3AD76-BA1A-44FA-B4EB-E3C9F827B73C}" type="pres">
      <dgm:prSet presAssocID="{56757377-D087-481B-AC53-3FE61B3017D2}" presName="text_3" presStyleLbl="node1" presStyleIdx="2" presStyleCnt="6">
        <dgm:presLayoutVars>
          <dgm:bulletEnabled val="1"/>
        </dgm:presLayoutVars>
      </dgm:prSet>
      <dgm:spPr/>
    </dgm:pt>
    <dgm:pt modelId="{88BBBA55-EB2B-4576-9199-B407C9639663}" type="pres">
      <dgm:prSet presAssocID="{56757377-D087-481B-AC53-3FE61B3017D2}" presName="accent_3" presStyleCnt="0"/>
      <dgm:spPr/>
    </dgm:pt>
    <dgm:pt modelId="{50B987EE-5DC3-469B-9274-7B8A3597B419}" type="pres">
      <dgm:prSet presAssocID="{56757377-D087-481B-AC53-3FE61B3017D2}" presName="accentRepeatNode" presStyleLbl="solidFgAcc1" presStyleIdx="2" presStyleCnt="6"/>
      <dgm:spPr/>
    </dgm:pt>
    <dgm:pt modelId="{8B986854-1377-48E1-89C7-264E4F1DA208}" type="pres">
      <dgm:prSet presAssocID="{3DCD984A-39AF-40D7-BE05-1DE68AB521FA}" presName="text_4" presStyleLbl="node1" presStyleIdx="3" presStyleCnt="6">
        <dgm:presLayoutVars>
          <dgm:bulletEnabled val="1"/>
        </dgm:presLayoutVars>
      </dgm:prSet>
      <dgm:spPr/>
    </dgm:pt>
    <dgm:pt modelId="{20F35049-183E-465E-9D4E-1D6AD6CCF227}" type="pres">
      <dgm:prSet presAssocID="{3DCD984A-39AF-40D7-BE05-1DE68AB521FA}" presName="accent_4" presStyleCnt="0"/>
      <dgm:spPr/>
    </dgm:pt>
    <dgm:pt modelId="{B21915C2-67EF-4079-8C8A-34D98D282104}" type="pres">
      <dgm:prSet presAssocID="{3DCD984A-39AF-40D7-BE05-1DE68AB521FA}" presName="accentRepeatNode" presStyleLbl="solidFgAcc1" presStyleIdx="3" presStyleCnt="6"/>
      <dgm:spPr/>
    </dgm:pt>
    <dgm:pt modelId="{9BF10659-010B-4D7E-AC49-9596E9ECB69D}" type="pres">
      <dgm:prSet presAssocID="{66940AAA-732C-4DD1-AC89-2490ED9430BC}" presName="text_5" presStyleLbl="node1" presStyleIdx="4" presStyleCnt="6">
        <dgm:presLayoutVars>
          <dgm:bulletEnabled val="1"/>
        </dgm:presLayoutVars>
      </dgm:prSet>
      <dgm:spPr/>
    </dgm:pt>
    <dgm:pt modelId="{77CE9449-E918-47A5-88A3-C54EBD145174}" type="pres">
      <dgm:prSet presAssocID="{66940AAA-732C-4DD1-AC89-2490ED9430BC}" presName="accent_5" presStyleCnt="0"/>
      <dgm:spPr/>
    </dgm:pt>
    <dgm:pt modelId="{0B3A60AB-A2C5-400F-AB8E-7F8C56975A61}" type="pres">
      <dgm:prSet presAssocID="{66940AAA-732C-4DD1-AC89-2490ED9430BC}" presName="accentRepeatNode" presStyleLbl="solidFgAcc1" presStyleIdx="4" presStyleCnt="6"/>
      <dgm:spPr/>
    </dgm:pt>
    <dgm:pt modelId="{1C3D733D-2CF6-49D6-A9CB-7AE5539D7168}" type="pres">
      <dgm:prSet presAssocID="{CFB46F78-720B-4252-918F-9A79064DFB0C}" presName="text_6" presStyleLbl="node1" presStyleIdx="5" presStyleCnt="6">
        <dgm:presLayoutVars>
          <dgm:bulletEnabled val="1"/>
        </dgm:presLayoutVars>
      </dgm:prSet>
      <dgm:spPr/>
    </dgm:pt>
    <dgm:pt modelId="{6B7FE8B2-AFD0-4A69-93DD-E424FBC74B4A}" type="pres">
      <dgm:prSet presAssocID="{CFB46F78-720B-4252-918F-9A79064DFB0C}" presName="accent_6" presStyleCnt="0"/>
      <dgm:spPr/>
    </dgm:pt>
    <dgm:pt modelId="{D889346F-DA13-49DF-A344-5B046D1015C5}" type="pres">
      <dgm:prSet presAssocID="{CFB46F78-720B-4252-918F-9A79064DFB0C}" presName="accentRepeatNode" presStyleLbl="solidFgAcc1" presStyleIdx="5" presStyleCnt="6"/>
      <dgm:spPr/>
    </dgm:pt>
  </dgm:ptLst>
  <dgm:cxnLst>
    <dgm:cxn modelId="{0AD27B10-2A84-4A29-A29F-E2B73EDAEC88}" srcId="{2AFE2B05-DAA1-427C-9BD5-62F9329B3191}" destId="{CFB46F78-720B-4252-918F-9A79064DFB0C}" srcOrd="5" destOrd="0" parTransId="{3DD36A99-BD52-476A-817B-AFF78759C15D}" sibTransId="{3F3177A1-E6E3-40EB-A845-32BDFEA8443B}"/>
    <dgm:cxn modelId="{E239A619-9202-490F-BAFE-801BD44C58C0}" srcId="{2AFE2B05-DAA1-427C-9BD5-62F9329B3191}" destId="{CF83EE64-B2BE-4A95-B29A-A1F293D92356}" srcOrd="1" destOrd="0" parTransId="{F30E4F20-00EA-4C3B-967F-F0C851B30035}" sibTransId="{762F7893-E5E1-4977-877D-4CEE6B051E82}"/>
    <dgm:cxn modelId="{96DD2D24-1C3D-47B9-B2B1-70CDF6DD0BA5}" type="presOf" srcId="{CFB46F78-720B-4252-918F-9A79064DFB0C}" destId="{1C3D733D-2CF6-49D6-A9CB-7AE5539D7168}" srcOrd="0" destOrd="0" presId="urn:microsoft.com/office/officeart/2008/layout/VerticalCurvedList"/>
    <dgm:cxn modelId="{CCFA4830-23B0-4299-B997-54A46AD79DD8}" srcId="{2AFE2B05-DAA1-427C-9BD5-62F9329B3191}" destId="{EFD2E153-6ABC-4462-B804-E997EA986C67}" srcOrd="0" destOrd="0" parTransId="{A81E9E70-985F-4B05-BEFF-B6CFA7F46D64}" sibTransId="{CCB5519A-E5D3-4560-AFC8-8619B6CDE0A5}"/>
    <dgm:cxn modelId="{F50A2A33-70F6-4156-89D2-E7D0E0D7172F}" srcId="{2AFE2B05-DAA1-427C-9BD5-62F9329B3191}" destId="{56757377-D087-481B-AC53-3FE61B3017D2}" srcOrd="2" destOrd="0" parTransId="{D2497681-9664-4761-90BF-88B20BD495A7}" sibTransId="{11C1CD43-32ED-4CBC-BAB3-CB35CA09A2D3}"/>
    <dgm:cxn modelId="{B13A513C-C059-452D-8399-0A5D024B497F}" type="presOf" srcId="{CCB5519A-E5D3-4560-AFC8-8619B6CDE0A5}" destId="{451B81E1-C3A1-4BAA-86D8-3CEEB5B15338}" srcOrd="0" destOrd="0" presId="urn:microsoft.com/office/officeart/2008/layout/VerticalCurvedList"/>
    <dgm:cxn modelId="{4FA9A75B-88E4-43AD-A9AC-3CC9CFE0BBFA}" srcId="{2AFE2B05-DAA1-427C-9BD5-62F9329B3191}" destId="{66940AAA-732C-4DD1-AC89-2490ED9430BC}" srcOrd="4" destOrd="0" parTransId="{AB717085-C05C-47AC-852C-EC13E95B7361}" sibTransId="{33B078E8-30C3-4AA7-A996-13DDD08BC5EE}"/>
    <dgm:cxn modelId="{2E82DD44-E342-43B2-9CBB-B4D898336687}" type="presOf" srcId="{CF83EE64-B2BE-4A95-B29A-A1F293D92356}" destId="{C365612C-59DE-410D-BD4A-470D9B67CBF3}" srcOrd="0" destOrd="0" presId="urn:microsoft.com/office/officeart/2008/layout/VerticalCurvedList"/>
    <dgm:cxn modelId="{61B14F52-2EC5-4D93-A19C-A79BBEABD6D5}" type="presOf" srcId="{EFD2E153-6ABC-4462-B804-E997EA986C67}" destId="{CB9F7F53-F04C-49F6-9D62-0CA2F4C0E39A}" srcOrd="0" destOrd="0" presId="urn:microsoft.com/office/officeart/2008/layout/VerticalCurvedList"/>
    <dgm:cxn modelId="{298E897A-1985-478F-842D-548F340B2D40}" type="presOf" srcId="{66940AAA-732C-4DD1-AC89-2490ED9430BC}" destId="{9BF10659-010B-4D7E-AC49-9596E9ECB69D}" srcOrd="0" destOrd="0" presId="urn:microsoft.com/office/officeart/2008/layout/VerticalCurvedList"/>
    <dgm:cxn modelId="{5E9DF588-033B-4DDA-A227-9780A456C153}" type="presOf" srcId="{3DCD984A-39AF-40D7-BE05-1DE68AB521FA}" destId="{8B986854-1377-48E1-89C7-264E4F1DA208}" srcOrd="0" destOrd="0" presId="urn:microsoft.com/office/officeart/2008/layout/VerticalCurvedList"/>
    <dgm:cxn modelId="{0EF1608B-B339-49F9-BA00-9A6621B7A99A}" type="presOf" srcId="{2AFE2B05-DAA1-427C-9BD5-62F9329B3191}" destId="{92AC8CA8-AF72-4D4B-8DFC-2111FB68F3CC}" srcOrd="0" destOrd="0" presId="urn:microsoft.com/office/officeart/2008/layout/VerticalCurvedList"/>
    <dgm:cxn modelId="{BAB63BD5-11C4-4ACC-9FAC-795503FD23F6}" srcId="{2AFE2B05-DAA1-427C-9BD5-62F9329B3191}" destId="{3DCD984A-39AF-40D7-BE05-1DE68AB521FA}" srcOrd="3" destOrd="0" parTransId="{A82D7EBC-F3E8-4648-9F83-2A588E797191}" sibTransId="{280CA3F2-03D1-499D-853E-D4B667CA91A7}"/>
    <dgm:cxn modelId="{020DC1DD-F978-4183-96B9-1CFA8FE86FC9}" type="presOf" srcId="{56757377-D087-481B-AC53-3FE61B3017D2}" destId="{45B3AD76-BA1A-44FA-B4EB-E3C9F827B73C}" srcOrd="0" destOrd="0" presId="urn:microsoft.com/office/officeart/2008/layout/VerticalCurvedList"/>
    <dgm:cxn modelId="{4A281FF5-769F-46D3-9A47-0465ABDC9E66}" type="presParOf" srcId="{92AC8CA8-AF72-4D4B-8DFC-2111FB68F3CC}" destId="{22C1CC6A-60B9-4957-BC47-70478AEA1D40}" srcOrd="0" destOrd="0" presId="urn:microsoft.com/office/officeart/2008/layout/VerticalCurvedList"/>
    <dgm:cxn modelId="{3BC341E5-F9A6-4D2D-9E97-4BDB2A3A61EF}" type="presParOf" srcId="{22C1CC6A-60B9-4957-BC47-70478AEA1D40}" destId="{4D95EFC3-DA27-4D41-83F5-321D2557AED3}" srcOrd="0" destOrd="0" presId="urn:microsoft.com/office/officeart/2008/layout/VerticalCurvedList"/>
    <dgm:cxn modelId="{40F974C8-07C9-4647-8E85-16EDBAEEB136}" type="presParOf" srcId="{4D95EFC3-DA27-4D41-83F5-321D2557AED3}" destId="{174A5BB2-5D2A-4B2D-97AA-96A176B1940B}" srcOrd="0" destOrd="0" presId="urn:microsoft.com/office/officeart/2008/layout/VerticalCurvedList"/>
    <dgm:cxn modelId="{8AE1E170-57B5-435F-9DF7-E9E0443F8A0D}" type="presParOf" srcId="{4D95EFC3-DA27-4D41-83F5-321D2557AED3}" destId="{451B81E1-C3A1-4BAA-86D8-3CEEB5B15338}" srcOrd="1" destOrd="0" presId="urn:microsoft.com/office/officeart/2008/layout/VerticalCurvedList"/>
    <dgm:cxn modelId="{675243BA-1D13-4189-B45C-49DED537FD7D}" type="presParOf" srcId="{4D95EFC3-DA27-4D41-83F5-321D2557AED3}" destId="{C5CDC208-4FAE-489C-8EFD-F7D1065ECBAB}" srcOrd="2" destOrd="0" presId="urn:microsoft.com/office/officeart/2008/layout/VerticalCurvedList"/>
    <dgm:cxn modelId="{4A23459D-2113-40F5-B833-20BBD630A6CA}" type="presParOf" srcId="{4D95EFC3-DA27-4D41-83F5-321D2557AED3}" destId="{7B8D571B-1F8A-4E7B-87A8-3DC17E399BF3}" srcOrd="3" destOrd="0" presId="urn:microsoft.com/office/officeart/2008/layout/VerticalCurvedList"/>
    <dgm:cxn modelId="{C5182271-40DE-4DAF-83FD-EA04098A377F}" type="presParOf" srcId="{22C1CC6A-60B9-4957-BC47-70478AEA1D40}" destId="{CB9F7F53-F04C-49F6-9D62-0CA2F4C0E39A}" srcOrd="1" destOrd="0" presId="urn:microsoft.com/office/officeart/2008/layout/VerticalCurvedList"/>
    <dgm:cxn modelId="{1848331F-E49C-41A9-AC5D-CA9B4367E131}" type="presParOf" srcId="{22C1CC6A-60B9-4957-BC47-70478AEA1D40}" destId="{F246EC33-A076-4C5B-A566-C09EEFA2D50A}" srcOrd="2" destOrd="0" presId="urn:microsoft.com/office/officeart/2008/layout/VerticalCurvedList"/>
    <dgm:cxn modelId="{DBB7B66A-54D2-43A4-8BE9-CE216874281F}" type="presParOf" srcId="{F246EC33-A076-4C5B-A566-C09EEFA2D50A}" destId="{51884A00-87B6-42DC-AD51-F54B0E5886F3}" srcOrd="0" destOrd="0" presId="urn:microsoft.com/office/officeart/2008/layout/VerticalCurvedList"/>
    <dgm:cxn modelId="{82B6F5EC-E9DD-4D70-95BE-F2F1C0F4AE36}" type="presParOf" srcId="{22C1CC6A-60B9-4957-BC47-70478AEA1D40}" destId="{C365612C-59DE-410D-BD4A-470D9B67CBF3}" srcOrd="3" destOrd="0" presId="urn:microsoft.com/office/officeart/2008/layout/VerticalCurvedList"/>
    <dgm:cxn modelId="{1130DB5E-D8E8-4FA0-913E-6CD65E83CC74}" type="presParOf" srcId="{22C1CC6A-60B9-4957-BC47-70478AEA1D40}" destId="{92582BF6-42D4-4579-87C3-3300ABF7B1BF}" srcOrd="4" destOrd="0" presId="urn:microsoft.com/office/officeart/2008/layout/VerticalCurvedList"/>
    <dgm:cxn modelId="{31875928-E264-44A6-A31E-F754580A69B0}" type="presParOf" srcId="{92582BF6-42D4-4579-87C3-3300ABF7B1BF}" destId="{8328D625-C356-4DBD-9E8F-CB0051FA568C}" srcOrd="0" destOrd="0" presId="urn:microsoft.com/office/officeart/2008/layout/VerticalCurvedList"/>
    <dgm:cxn modelId="{0021083D-815D-444A-9974-3581497171DD}" type="presParOf" srcId="{22C1CC6A-60B9-4957-BC47-70478AEA1D40}" destId="{45B3AD76-BA1A-44FA-B4EB-E3C9F827B73C}" srcOrd="5" destOrd="0" presId="urn:microsoft.com/office/officeart/2008/layout/VerticalCurvedList"/>
    <dgm:cxn modelId="{4D88CA39-3E5B-4683-8BE0-C0EFAEFB371F}" type="presParOf" srcId="{22C1CC6A-60B9-4957-BC47-70478AEA1D40}" destId="{88BBBA55-EB2B-4576-9199-B407C9639663}" srcOrd="6" destOrd="0" presId="urn:microsoft.com/office/officeart/2008/layout/VerticalCurvedList"/>
    <dgm:cxn modelId="{61DD9B00-0452-4519-9BAF-880B9AB32F6A}" type="presParOf" srcId="{88BBBA55-EB2B-4576-9199-B407C9639663}" destId="{50B987EE-5DC3-469B-9274-7B8A3597B419}" srcOrd="0" destOrd="0" presId="urn:microsoft.com/office/officeart/2008/layout/VerticalCurvedList"/>
    <dgm:cxn modelId="{42FE424D-62F6-4A38-A35D-79CC71948711}" type="presParOf" srcId="{22C1CC6A-60B9-4957-BC47-70478AEA1D40}" destId="{8B986854-1377-48E1-89C7-264E4F1DA208}" srcOrd="7" destOrd="0" presId="urn:microsoft.com/office/officeart/2008/layout/VerticalCurvedList"/>
    <dgm:cxn modelId="{D73FB181-9771-4C5D-A0B3-333BE0BC3B54}" type="presParOf" srcId="{22C1CC6A-60B9-4957-BC47-70478AEA1D40}" destId="{20F35049-183E-465E-9D4E-1D6AD6CCF227}" srcOrd="8" destOrd="0" presId="urn:microsoft.com/office/officeart/2008/layout/VerticalCurvedList"/>
    <dgm:cxn modelId="{0A24D99D-0376-48D6-B32F-4B96E255DED3}" type="presParOf" srcId="{20F35049-183E-465E-9D4E-1D6AD6CCF227}" destId="{B21915C2-67EF-4079-8C8A-34D98D282104}" srcOrd="0" destOrd="0" presId="urn:microsoft.com/office/officeart/2008/layout/VerticalCurvedList"/>
    <dgm:cxn modelId="{159F526D-3D96-47BE-A7D4-2366A36300D1}" type="presParOf" srcId="{22C1CC6A-60B9-4957-BC47-70478AEA1D40}" destId="{9BF10659-010B-4D7E-AC49-9596E9ECB69D}" srcOrd="9" destOrd="0" presId="urn:microsoft.com/office/officeart/2008/layout/VerticalCurvedList"/>
    <dgm:cxn modelId="{2B86EFAA-3BB0-4BAE-B089-1CAEAB9A1FD6}" type="presParOf" srcId="{22C1CC6A-60B9-4957-BC47-70478AEA1D40}" destId="{77CE9449-E918-47A5-88A3-C54EBD145174}" srcOrd="10" destOrd="0" presId="urn:microsoft.com/office/officeart/2008/layout/VerticalCurvedList"/>
    <dgm:cxn modelId="{B0788D8D-B13E-4E61-A112-2DA9D5E10B19}" type="presParOf" srcId="{77CE9449-E918-47A5-88A3-C54EBD145174}" destId="{0B3A60AB-A2C5-400F-AB8E-7F8C56975A61}" srcOrd="0" destOrd="0" presId="urn:microsoft.com/office/officeart/2008/layout/VerticalCurvedList"/>
    <dgm:cxn modelId="{4FBB3EE8-CD10-4569-A5FA-59E5A70C5067}" type="presParOf" srcId="{22C1CC6A-60B9-4957-BC47-70478AEA1D40}" destId="{1C3D733D-2CF6-49D6-A9CB-7AE5539D7168}" srcOrd="11" destOrd="0" presId="urn:microsoft.com/office/officeart/2008/layout/VerticalCurvedList"/>
    <dgm:cxn modelId="{F1D153E5-4E56-4C0F-B177-90BE53D58DDF}" type="presParOf" srcId="{22C1CC6A-60B9-4957-BC47-70478AEA1D40}" destId="{6B7FE8B2-AFD0-4A69-93DD-E424FBC74B4A}" srcOrd="12" destOrd="0" presId="urn:microsoft.com/office/officeart/2008/layout/VerticalCurvedList"/>
    <dgm:cxn modelId="{6B41DC38-B2E3-4280-8ED7-6EC076081AE8}" type="presParOf" srcId="{6B7FE8B2-AFD0-4A69-93DD-E424FBC74B4A}" destId="{D889346F-DA13-49DF-A344-5B046D1015C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2CACF9-4E8F-4712-B0EE-2ED0835F995E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184BE0-2602-44EE-BFF9-81E51B3F8EAC}">
      <dgm:prSet phldrT="[Text]" phldr="0"/>
      <dgm:spPr/>
      <dgm:t>
        <a:bodyPr/>
        <a:lstStyle/>
        <a:p>
          <a:r>
            <a:rPr lang="ar-LB" dirty="0"/>
            <a:t>أهمية سكينر اليوم</a:t>
          </a:r>
          <a:endParaRPr lang="en-US" dirty="0"/>
        </a:p>
      </dgm:t>
    </dgm:pt>
    <dgm:pt modelId="{FA503B83-C7A1-411C-B9DF-D8478765F863}" type="parTrans" cxnId="{B08C4278-B51B-4074-A6BB-64016B534681}">
      <dgm:prSet/>
      <dgm:spPr/>
      <dgm:t>
        <a:bodyPr/>
        <a:lstStyle/>
        <a:p>
          <a:endParaRPr lang="en-US"/>
        </a:p>
      </dgm:t>
    </dgm:pt>
    <dgm:pt modelId="{FCCEBB9E-45C0-42C8-B0A0-A3C8194DC855}" type="sibTrans" cxnId="{B08C4278-B51B-4074-A6BB-64016B534681}">
      <dgm:prSet/>
      <dgm:spPr/>
      <dgm:t>
        <a:bodyPr/>
        <a:lstStyle/>
        <a:p>
          <a:endParaRPr lang="en-US"/>
        </a:p>
      </dgm:t>
    </dgm:pt>
    <dgm:pt modelId="{7DEB2780-6576-4FFE-8CE0-BE7016A0EAA2}">
      <dgm:prSet phldrT="[Text]"/>
      <dgm:spPr/>
      <dgm:t>
        <a:bodyPr/>
        <a:lstStyle/>
        <a:p>
          <a:r>
            <a:rPr lang="ar-LB" dirty="0"/>
            <a:t>التعليم الحديث</a:t>
          </a:r>
          <a:endParaRPr lang="en-US" dirty="0"/>
        </a:p>
      </dgm:t>
    </dgm:pt>
    <dgm:pt modelId="{C26DE54F-230B-4F94-ADA6-7CB914422099}" type="parTrans" cxnId="{ABAD278E-1DB7-4AC4-8667-208A4A99EB02}">
      <dgm:prSet/>
      <dgm:spPr/>
      <dgm:t>
        <a:bodyPr/>
        <a:lstStyle/>
        <a:p>
          <a:endParaRPr lang="en-US"/>
        </a:p>
      </dgm:t>
    </dgm:pt>
    <dgm:pt modelId="{3C053B22-F58C-4650-B78F-ED82530C81F3}" type="sibTrans" cxnId="{ABAD278E-1DB7-4AC4-8667-208A4A99EB02}">
      <dgm:prSet/>
      <dgm:spPr/>
      <dgm:t>
        <a:bodyPr/>
        <a:lstStyle/>
        <a:p>
          <a:endParaRPr lang="en-US"/>
        </a:p>
      </dgm:t>
    </dgm:pt>
    <dgm:pt modelId="{D212C019-A4E9-428E-B9AD-7EAB81149760}">
      <dgm:prSet phldrT="[Text]"/>
      <dgm:spPr/>
      <dgm:t>
        <a:bodyPr/>
        <a:lstStyle/>
        <a:p>
          <a:r>
            <a:rPr lang="ar-LB" dirty="0"/>
            <a:t>إدارة الصف</a:t>
          </a:r>
          <a:endParaRPr lang="en-US" dirty="0"/>
        </a:p>
      </dgm:t>
    </dgm:pt>
    <dgm:pt modelId="{3AC3B4F7-0172-4641-A31A-87B61FC0A51D}" type="parTrans" cxnId="{47ED2415-5357-4350-B9BB-C5ECD11BE695}">
      <dgm:prSet/>
      <dgm:spPr/>
      <dgm:t>
        <a:bodyPr/>
        <a:lstStyle/>
        <a:p>
          <a:endParaRPr lang="en-US"/>
        </a:p>
      </dgm:t>
    </dgm:pt>
    <dgm:pt modelId="{827A8667-2B9B-4106-BE5C-259955F84FD1}" type="sibTrans" cxnId="{47ED2415-5357-4350-B9BB-C5ECD11BE695}">
      <dgm:prSet/>
      <dgm:spPr/>
      <dgm:t>
        <a:bodyPr/>
        <a:lstStyle/>
        <a:p>
          <a:endParaRPr lang="en-US"/>
        </a:p>
      </dgm:t>
    </dgm:pt>
    <dgm:pt modelId="{BB5B47A1-F931-43E8-A26C-3C3F242C994B}">
      <dgm:prSet phldrT="[Text]"/>
      <dgm:spPr/>
      <dgm:t>
        <a:bodyPr/>
        <a:lstStyle/>
        <a:p>
          <a:r>
            <a:rPr lang="ar-LB" dirty="0"/>
            <a:t>التربية الخاصة</a:t>
          </a:r>
          <a:endParaRPr lang="en-US" dirty="0"/>
        </a:p>
      </dgm:t>
    </dgm:pt>
    <dgm:pt modelId="{3E1BF189-5968-4979-8627-C450F6B47210}" type="parTrans" cxnId="{8E397298-6355-449E-9FDA-87DE652057E0}">
      <dgm:prSet/>
      <dgm:spPr/>
      <dgm:t>
        <a:bodyPr/>
        <a:lstStyle/>
        <a:p>
          <a:endParaRPr lang="en-US"/>
        </a:p>
      </dgm:t>
    </dgm:pt>
    <dgm:pt modelId="{9279D50D-FDBE-4C21-8D50-8AD1A9FFD248}" type="sibTrans" cxnId="{8E397298-6355-449E-9FDA-87DE652057E0}">
      <dgm:prSet/>
      <dgm:spPr/>
      <dgm:t>
        <a:bodyPr/>
        <a:lstStyle/>
        <a:p>
          <a:endParaRPr lang="en-US"/>
        </a:p>
      </dgm:t>
    </dgm:pt>
    <dgm:pt modelId="{8D4924D7-86A4-40D2-BF0C-E40253BAF8A4}">
      <dgm:prSet phldrT="[Text]"/>
      <dgm:spPr/>
      <dgm:t>
        <a:bodyPr/>
        <a:lstStyle/>
        <a:p>
          <a:r>
            <a:rPr lang="ar-LB" dirty="0"/>
            <a:t>الذكاء الاصطناعي</a:t>
          </a:r>
          <a:endParaRPr lang="en-US" dirty="0"/>
        </a:p>
      </dgm:t>
    </dgm:pt>
    <dgm:pt modelId="{2B7BC924-2150-449A-B972-D7DC03FA8F09}" type="parTrans" cxnId="{04DE7C1A-C1CB-4D85-B96A-7EEEDF99F604}">
      <dgm:prSet/>
      <dgm:spPr/>
      <dgm:t>
        <a:bodyPr/>
        <a:lstStyle/>
        <a:p>
          <a:endParaRPr lang="en-US"/>
        </a:p>
      </dgm:t>
    </dgm:pt>
    <dgm:pt modelId="{A8694DB4-A4BA-4A63-BAC3-2261DB774154}" type="sibTrans" cxnId="{04DE7C1A-C1CB-4D85-B96A-7EEEDF99F604}">
      <dgm:prSet/>
      <dgm:spPr/>
      <dgm:t>
        <a:bodyPr/>
        <a:lstStyle/>
        <a:p>
          <a:endParaRPr lang="en-US"/>
        </a:p>
      </dgm:t>
    </dgm:pt>
    <dgm:pt modelId="{C1644582-334A-4498-B031-55EA8AE8C9CF}" type="pres">
      <dgm:prSet presAssocID="{802CACF9-4E8F-4712-B0EE-2ED0835F995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CEB9C46-8D31-463F-B2A4-71BB9277B502}" type="pres">
      <dgm:prSet presAssocID="{04184BE0-2602-44EE-BFF9-81E51B3F8EAC}" presName="centerShape" presStyleLbl="node0" presStyleIdx="0" presStyleCnt="1"/>
      <dgm:spPr/>
    </dgm:pt>
    <dgm:pt modelId="{00FAEE64-CCAA-4E8E-9A95-63B45EA70CAE}" type="pres">
      <dgm:prSet presAssocID="{7DEB2780-6576-4FFE-8CE0-BE7016A0EAA2}" presName="node" presStyleLbl="node1" presStyleIdx="0" presStyleCnt="4">
        <dgm:presLayoutVars>
          <dgm:bulletEnabled val="1"/>
        </dgm:presLayoutVars>
      </dgm:prSet>
      <dgm:spPr/>
    </dgm:pt>
    <dgm:pt modelId="{B225D8ED-6F00-4E20-BC87-BCDCB66DE5C0}" type="pres">
      <dgm:prSet presAssocID="{7DEB2780-6576-4FFE-8CE0-BE7016A0EAA2}" presName="dummy" presStyleCnt="0"/>
      <dgm:spPr/>
    </dgm:pt>
    <dgm:pt modelId="{26729FB6-1358-49F4-8DEA-0EC1CF291E18}" type="pres">
      <dgm:prSet presAssocID="{3C053B22-F58C-4650-B78F-ED82530C81F3}" presName="sibTrans" presStyleLbl="sibTrans2D1" presStyleIdx="0" presStyleCnt="4"/>
      <dgm:spPr/>
    </dgm:pt>
    <dgm:pt modelId="{D7C1BE7E-C929-4321-80DF-AE2E86900A14}" type="pres">
      <dgm:prSet presAssocID="{D212C019-A4E9-428E-B9AD-7EAB81149760}" presName="node" presStyleLbl="node1" presStyleIdx="1" presStyleCnt="4">
        <dgm:presLayoutVars>
          <dgm:bulletEnabled val="1"/>
        </dgm:presLayoutVars>
      </dgm:prSet>
      <dgm:spPr/>
    </dgm:pt>
    <dgm:pt modelId="{3D76D05B-A8CB-490B-9B32-9521B998A2EA}" type="pres">
      <dgm:prSet presAssocID="{D212C019-A4E9-428E-B9AD-7EAB81149760}" presName="dummy" presStyleCnt="0"/>
      <dgm:spPr/>
    </dgm:pt>
    <dgm:pt modelId="{D981038D-AF57-4FF7-8DC7-6FE60D30F68B}" type="pres">
      <dgm:prSet presAssocID="{827A8667-2B9B-4106-BE5C-259955F84FD1}" presName="sibTrans" presStyleLbl="sibTrans2D1" presStyleIdx="1" presStyleCnt="4"/>
      <dgm:spPr/>
    </dgm:pt>
    <dgm:pt modelId="{5517ECB3-3CF7-44DA-AEDB-8C18DF08B29F}" type="pres">
      <dgm:prSet presAssocID="{BB5B47A1-F931-43E8-A26C-3C3F242C994B}" presName="node" presStyleLbl="node1" presStyleIdx="2" presStyleCnt="4">
        <dgm:presLayoutVars>
          <dgm:bulletEnabled val="1"/>
        </dgm:presLayoutVars>
      </dgm:prSet>
      <dgm:spPr/>
    </dgm:pt>
    <dgm:pt modelId="{C1E0F5A5-37D5-4E77-B5DF-660A7C9F540B}" type="pres">
      <dgm:prSet presAssocID="{BB5B47A1-F931-43E8-A26C-3C3F242C994B}" presName="dummy" presStyleCnt="0"/>
      <dgm:spPr/>
    </dgm:pt>
    <dgm:pt modelId="{34A83BD6-283B-4D99-A122-A51803379842}" type="pres">
      <dgm:prSet presAssocID="{9279D50D-FDBE-4C21-8D50-8AD1A9FFD248}" presName="sibTrans" presStyleLbl="sibTrans2D1" presStyleIdx="2" presStyleCnt="4"/>
      <dgm:spPr/>
    </dgm:pt>
    <dgm:pt modelId="{425E2FEA-CE99-419A-A571-058710C0BC63}" type="pres">
      <dgm:prSet presAssocID="{8D4924D7-86A4-40D2-BF0C-E40253BAF8A4}" presName="node" presStyleLbl="node1" presStyleIdx="3" presStyleCnt="4">
        <dgm:presLayoutVars>
          <dgm:bulletEnabled val="1"/>
        </dgm:presLayoutVars>
      </dgm:prSet>
      <dgm:spPr/>
    </dgm:pt>
    <dgm:pt modelId="{9970D09B-753E-4A3E-B467-3F1C7CC52D24}" type="pres">
      <dgm:prSet presAssocID="{8D4924D7-86A4-40D2-BF0C-E40253BAF8A4}" presName="dummy" presStyleCnt="0"/>
      <dgm:spPr/>
    </dgm:pt>
    <dgm:pt modelId="{021A03B9-B750-436E-85B9-6BD017E57099}" type="pres">
      <dgm:prSet presAssocID="{A8694DB4-A4BA-4A63-BAC3-2261DB774154}" presName="sibTrans" presStyleLbl="sibTrans2D1" presStyleIdx="3" presStyleCnt="4"/>
      <dgm:spPr/>
    </dgm:pt>
  </dgm:ptLst>
  <dgm:cxnLst>
    <dgm:cxn modelId="{B0FEA804-B707-4769-A191-B4FB1AC09076}" type="presOf" srcId="{827A8667-2B9B-4106-BE5C-259955F84FD1}" destId="{D981038D-AF57-4FF7-8DC7-6FE60D30F68B}" srcOrd="0" destOrd="0" presId="urn:microsoft.com/office/officeart/2005/8/layout/radial6"/>
    <dgm:cxn modelId="{47ED2415-5357-4350-B9BB-C5ECD11BE695}" srcId="{04184BE0-2602-44EE-BFF9-81E51B3F8EAC}" destId="{D212C019-A4E9-428E-B9AD-7EAB81149760}" srcOrd="1" destOrd="0" parTransId="{3AC3B4F7-0172-4641-A31A-87B61FC0A51D}" sibTransId="{827A8667-2B9B-4106-BE5C-259955F84FD1}"/>
    <dgm:cxn modelId="{04DE7C1A-C1CB-4D85-B96A-7EEEDF99F604}" srcId="{04184BE0-2602-44EE-BFF9-81E51B3F8EAC}" destId="{8D4924D7-86A4-40D2-BF0C-E40253BAF8A4}" srcOrd="3" destOrd="0" parTransId="{2B7BC924-2150-449A-B972-D7DC03FA8F09}" sibTransId="{A8694DB4-A4BA-4A63-BAC3-2261DB774154}"/>
    <dgm:cxn modelId="{0CC6C535-73E3-491D-8DE4-4559BFCB3C6F}" type="presOf" srcId="{BB5B47A1-F931-43E8-A26C-3C3F242C994B}" destId="{5517ECB3-3CF7-44DA-AEDB-8C18DF08B29F}" srcOrd="0" destOrd="0" presId="urn:microsoft.com/office/officeart/2005/8/layout/radial6"/>
    <dgm:cxn modelId="{13B30265-3084-4B6A-8130-677C94AC3164}" type="presOf" srcId="{D212C019-A4E9-428E-B9AD-7EAB81149760}" destId="{D7C1BE7E-C929-4321-80DF-AE2E86900A14}" srcOrd="0" destOrd="0" presId="urn:microsoft.com/office/officeart/2005/8/layout/radial6"/>
    <dgm:cxn modelId="{36B95855-7D29-4BFF-8D45-463DBB4F56E8}" type="presOf" srcId="{A8694DB4-A4BA-4A63-BAC3-2261DB774154}" destId="{021A03B9-B750-436E-85B9-6BD017E57099}" srcOrd="0" destOrd="0" presId="urn:microsoft.com/office/officeart/2005/8/layout/radial6"/>
    <dgm:cxn modelId="{B08C4278-B51B-4074-A6BB-64016B534681}" srcId="{802CACF9-4E8F-4712-B0EE-2ED0835F995E}" destId="{04184BE0-2602-44EE-BFF9-81E51B3F8EAC}" srcOrd="0" destOrd="0" parTransId="{FA503B83-C7A1-411C-B9DF-D8478765F863}" sibTransId="{FCCEBB9E-45C0-42C8-B0A0-A3C8194DC855}"/>
    <dgm:cxn modelId="{08A6735A-6CA3-4B26-89EE-96334312FFC9}" type="presOf" srcId="{3C053B22-F58C-4650-B78F-ED82530C81F3}" destId="{26729FB6-1358-49F4-8DEA-0EC1CF291E18}" srcOrd="0" destOrd="0" presId="urn:microsoft.com/office/officeart/2005/8/layout/radial6"/>
    <dgm:cxn modelId="{53CC857F-81C4-4AD4-92E3-ECF554A8F86D}" type="presOf" srcId="{8D4924D7-86A4-40D2-BF0C-E40253BAF8A4}" destId="{425E2FEA-CE99-419A-A571-058710C0BC63}" srcOrd="0" destOrd="0" presId="urn:microsoft.com/office/officeart/2005/8/layout/radial6"/>
    <dgm:cxn modelId="{9E659E83-0396-4B93-AD67-4B233A2879BB}" type="presOf" srcId="{802CACF9-4E8F-4712-B0EE-2ED0835F995E}" destId="{C1644582-334A-4498-B031-55EA8AE8C9CF}" srcOrd="0" destOrd="0" presId="urn:microsoft.com/office/officeart/2005/8/layout/radial6"/>
    <dgm:cxn modelId="{0578298D-75BA-4B93-8C65-18BB5162C3FB}" type="presOf" srcId="{7DEB2780-6576-4FFE-8CE0-BE7016A0EAA2}" destId="{00FAEE64-CCAA-4E8E-9A95-63B45EA70CAE}" srcOrd="0" destOrd="0" presId="urn:microsoft.com/office/officeart/2005/8/layout/radial6"/>
    <dgm:cxn modelId="{ABAD278E-1DB7-4AC4-8667-208A4A99EB02}" srcId="{04184BE0-2602-44EE-BFF9-81E51B3F8EAC}" destId="{7DEB2780-6576-4FFE-8CE0-BE7016A0EAA2}" srcOrd="0" destOrd="0" parTransId="{C26DE54F-230B-4F94-ADA6-7CB914422099}" sibTransId="{3C053B22-F58C-4650-B78F-ED82530C81F3}"/>
    <dgm:cxn modelId="{8E397298-6355-449E-9FDA-87DE652057E0}" srcId="{04184BE0-2602-44EE-BFF9-81E51B3F8EAC}" destId="{BB5B47A1-F931-43E8-A26C-3C3F242C994B}" srcOrd="2" destOrd="0" parTransId="{3E1BF189-5968-4979-8627-C450F6B47210}" sibTransId="{9279D50D-FDBE-4C21-8D50-8AD1A9FFD248}"/>
    <dgm:cxn modelId="{0E671FB9-4163-49E1-81F3-D2782F0A1158}" type="presOf" srcId="{04184BE0-2602-44EE-BFF9-81E51B3F8EAC}" destId="{DCEB9C46-8D31-463F-B2A4-71BB9277B502}" srcOrd="0" destOrd="0" presId="urn:microsoft.com/office/officeart/2005/8/layout/radial6"/>
    <dgm:cxn modelId="{46B67AE2-4CBD-4A8C-82F3-4D7770755306}" type="presOf" srcId="{9279D50D-FDBE-4C21-8D50-8AD1A9FFD248}" destId="{34A83BD6-283B-4D99-A122-A51803379842}" srcOrd="0" destOrd="0" presId="urn:microsoft.com/office/officeart/2005/8/layout/radial6"/>
    <dgm:cxn modelId="{73C020DA-D64F-46DF-8E16-8EEE3FA4796E}" type="presParOf" srcId="{C1644582-334A-4498-B031-55EA8AE8C9CF}" destId="{DCEB9C46-8D31-463F-B2A4-71BB9277B502}" srcOrd="0" destOrd="0" presId="urn:microsoft.com/office/officeart/2005/8/layout/radial6"/>
    <dgm:cxn modelId="{1958950D-47C0-44A6-85BA-B7203205A8E6}" type="presParOf" srcId="{C1644582-334A-4498-B031-55EA8AE8C9CF}" destId="{00FAEE64-CCAA-4E8E-9A95-63B45EA70CAE}" srcOrd="1" destOrd="0" presId="urn:microsoft.com/office/officeart/2005/8/layout/radial6"/>
    <dgm:cxn modelId="{891EB995-976E-4590-BD85-9E5A7AC861D9}" type="presParOf" srcId="{C1644582-334A-4498-B031-55EA8AE8C9CF}" destId="{B225D8ED-6F00-4E20-BC87-BCDCB66DE5C0}" srcOrd="2" destOrd="0" presId="urn:microsoft.com/office/officeart/2005/8/layout/radial6"/>
    <dgm:cxn modelId="{A2D3BD5B-CD7D-4E59-81E6-F30A4E46ADB5}" type="presParOf" srcId="{C1644582-334A-4498-B031-55EA8AE8C9CF}" destId="{26729FB6-1358-49F4-8DEA-0EC1CF291E18}" srcOrd="3" destOrd="0" presId="urn:microsoft.com/office/officeart/2005/8/layout/radial6"/>
    <dgm:cxn modelId="{5959D023-9772-4C05-AB06-8F3CBA2E8B4C}" type="presParOf" srcId="{C1644582-334A-4498-B031-55EA8AE8C9CF}" destId="{D7C1BE7E-C929-4321-80DF-AE2E86900A14}" srcOrd="4" destOrd="0" presId="urn:microsoft.com/office/officeart/2005/8/layout/radial6"/>
    <dgm:cxn modelId="{F4B806DA-4094-43F3-8E6D-4601FE457861}" type="presParOf" srcId="{C1644582-334A-4498-B031-55EA8AE8C9CF}" destId="{3D76D05B-A8CB-490B-9B32-9521B998A2EA}" srcOrd="5" destOrd="0" presId="urn:microsoft.com/office/officeart/2005/8/layout/radial6"/>
    <dgm:cxn modelId="{BB0F2AB1-CB6F-4934-87D2-B199F5010D4B}" type="presParOf" srcId="{C1644582-334A-4498-B031-55EA8AE8C9CF}" destId="{D981038D-AF57-4FF7-8DC7-6FE60D30F68B}" srcOrd="6" destOrd="0" presId="urn:microsoft.com/office/officeart/2005/8/layout/radial6"/>
    <dgm:cxn modelId="{EFE2AF48-222D-4C4C-9E64-BBF358C07F06}" type="presParOf" srcId="{C1644582-334A-4498-B031-55EA8AE8C9CF}" destId="{5517ECB3-3CF7-44DA-AEDB-8C18DF08B29F}" srcOrd="7" destOrd="0" presId="urn:microsoft.com/office/officeart/2005/8/layout/radial6"/>
    <dgm:cxn modelId="{4F5461CC-244F-40BD-A1C4-3EAD00ABBD8B}" type="presParOf" srcId="{C1644582-334A-4498-B031-55EA8AE8C9CF}" destId="{C1E0F5A5-37D5-4E77-B5DF-660A7C9F540B}" srcOrd="8" destOrd="0" presId="urn:microsoft.com/office/officeart/2005/8/layout/radial6"/>
    <dgm:cxn modelId="{38307D30-0DB9-4F9C-A136-C82C855BE8D7}" type="presParOf" srcId="{C1644582-334A-4498-B031-55EA8AE8C9CF}" destId="{34A83BD6-283B-4D99-A122-A51803379842}" srcOrd="9" destOrd="0" presId="urn:microsoft.com/office/officeart/2005/8/layout/radial6"/>
    <dgm:cxn modelId="{0484251E-9815-45B5-AE5E-2C2C592C87EF}" type="presParOf" srcId="{C1644582-334A-4498-B031-55EA8AE8C9CF}" destId="{425E2FEA-CE99-419A-A571-058710C0BC63}" srcOrd="10" destOrd="0" presId="urn:microsoft.com/office/officeart/2005/8/layout/radial6"/>
    <dgm:cxn modelId="{B6084D39-6CC2-4E7A-882F-2EE4460C8BD7}" type="presParOf" srcId="{C1644582-334A-4498-B031-55EA8AE8C9CF}" destId="{9970D09B-753E-4A3E-B467-3F1C7CC52D24}" srcOrd="11" destOrd="0" presId="urn:microsoft.com/office/officeart/2005/8/layout/radial6"/>
    <dgm:cxn modelId="{0661FC7D-ADA5-41AC-AF1A-7F88F196B454}" type="presParOf" srcId="{C1644582-334A-4498-B031-55EA8AE8C9CF}" destId="{021A03B9-B750-436E-85B9-6BD017E57099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B81E1-C3A1-4BAA-86D8-3CEEB5B15338}">
      <dsp:nvSpPr>
        <dsp:cNvPr id="0" name=""/>
        <dsp:cNvSpPr/>
      </dsp:nvSpPr>
      <dsp:spPr>
        <a:xfrm>
          <a:off x="-7753828" y="-1184976"/>
          <a:ext cx="9227952" cy="9227952"/>
        </a:xfrm>
        <a:prstGeom prst="blockArc">
          <a:avLst>
            <a:gd name="adj1" fmla="val 18900000"/>
            <a:gd name="adj2" fmla="val 2700000"/>
            <a:gd name="adj3" fmla="val 23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9F7F53-F04C-49F6-9D62-0CA2F4C0E39A}">
      <dsp:nvSpPr>
        <dsp:cNvPr id="0" name=""/>
        <dsp:cNvSpPr/>
      </dsp:nvSpPr>
      <dsp:spPr>
        <a:xfrm>
          <a:off x="548982" y="361142"/>
          <a:ext cx="10021291" cy="7220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309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700" kern="1200" dirty="0"/>
            <a:t>من هو سكينر</a:t>
          </a:r>
          <a:endParaRPr lang="en-US" sz="3700" kern="1200" dirty="0"/>
        </a:p>
      </dsp:txBody>
      <dsp:txXfrm>
        <a:off x="548982" y="361142"/>
        <a:ext cx="10021291" cy="722010"/>
      </dsp:txXfrm>
    </dsp:sp>
    <dsp:sp modelId="{51884A00-87B6-42DC-AD51-F54B0E5886F3}">
      <dsp:nvSpPr>
        <dsp:cNvPr id="0" name=""/>
        <dsp:cNvSpPr/>
      </dsp:nvSpPr>
      <dsp:spPr>
        <a:xfrm>
          <a:off x="97726" y="270891"/>
          <a:ext cx="902512" cy="902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5612C-59DE-410D-BD4A-470D9B67CBF3}">
      <dsp:nvSpPr>
        <dsp:cNvPr id="0" name=""/>
        <dsp:cNvSpPr/>
      </dsp:nvSpPr>
      <dsp:spPr>
        <a:xfrm>
          <a:off x="1142885" y="1444020"/>
          <a:ext cx="9427388" cy="7220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309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700" kern="1200" dirty="0"/>
            <a:t>المدرسة السلوكية</a:t>
          </a:r>
          <a:endParaRPr lang="en-US" sz="3700" kern="1200" dirty="0"/>
        </a:p>
      </dsp:txBody>
      <dsp:txXfrm>
        <a:off x="1142885" y="1444020"/>
        <a:ext cx="9427388" cy="722010"/>
      </dsp:txXfrm>
    </dsp:sp>
    <dsp:sp modelId="{8328D625-C356-4DBD-9E8F-CB0051FA568C}">
      <dsp:nvSpPr>
        <dsp:cNvPr id="0" name=""/>
        <dsp:cNvSpPr/>
      </dsp:nvSpPr>
      <dsp:spPr>
        <a:xfrm>
          <a:off x="691629" y="1353769"/>
          <a:ext cx="902512" cy="902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3AD76-BA1A-44FA-B4EB-E3C9F827B73C}">
      <dsp:nvSpPr>
        <dsp:cNvPr id="0" name=""/>
        <dsp:cNvSpPr/>
      </dsp:nvSpPr>
      <dsp:spPr>
        <a:xfrm>
          <a:off x="1414462" y="2526898"/>
          <a:ext cx="9155812" cy="7220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309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700" kern="1200" dirty="0"/>
            <a:t>الاشراط الاجرائي</a:t>
          </a:r>
        </a:p>
      </dsp:txBody>
      <dsp:txXfrm>
        <a:off x="1414462" y="2526898"/>
        <a:ext cx="9155812" cy="722010"/>
      </dsp:txXfrm>
    </dsp:sp>
    <dsp:sp modelId="{50B987EE-5DC3-469B-9274-7B8A3597B419}">
      <dsp:nvSpPr>
        <dsp:cNvPr id="0" name=""/>
        <dsp:cNvSpPr/>
      </dsp:nvSpPr>
      <dsp:spPr>
        <a:xfrm>
          <a:off x="963206" y="2436647"/>
          <a:ext cx="902512" cy="902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86854-1377-48E1-89C7-264E4F1DA208}">
      <dsp:nvSpPr>
        <dsp:cNvPr id="0" name=""/>
        <dsp:cNvSpPr/>
      </dsp:nvSpPr>
      <dsp:spPr>
        <a:xfrm>
          <a:off x="1414462" y="3609091"/>
          <a:ext cx="9155812" cy="7220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309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700" kern="1200"/>
            <a:t>التعزيز</a:t>
          </a:r>
          <a:endParaRPr lang="ar-LB" sz="3700" kern="1200" dirty="0"/>
        </a:p>
      </dsp:txBody>
      <dsp:txXfrm>
        <a:off x="1414462" y="3609091"/>
        <a:ext cx="9155812" cy="722010"/>
      </dsp:txXfrm>
    </dsp:sp>
    <dsp:sp modelId="{B21915C2-67EF-4079-8C8A-34D98D282104}">
      <dsp:nvSpPr>
        <dsp:cNvPr id="0" name=""/>
        <dsp:cNvSpPr/>
      </dsp:nvSpPr>
      <dsp:spPr>
        <a:xfrm>
          <a:off x="963206" y="3518839"/>
          <a:ext cx="902512" cy="902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10659-010B-4D7E-AC49-9596E9ECB69D}">
      <dsp:nvSpPr>
        <dsp:cNvPr id="0" name=""/>
        <dsp:cNvSpPr/>
      </dsp:nvSpPr>
      <dsp:spPr>
        <a:xfrm>
          <a:off x="1142885" y="4691969"/>
          <a:ext cx="9427388" cy="7220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309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700" kern="1200"/>
            <a:t>العقاب</a:t>
          </a:r>
          <a:endParaRPr lang="ar-LB" sz="3700" kern="1200" dirty="0"/>
        </a:p>
      </dsp:txBody>
      <dsp:txXfrm>
        <a:off x="1142885" y="4691969"/>
        <a:ext cx="9427388" cy="722010"/>
      </dsp:txXfrm>
    </dsp:sp>
    <dsp:sp modelId="{0B3A60AB-A2C5-400F-AB8E-7F8C56975A61}">
      <dsp:nvSpPr>
        <dsp:cNvPr id="0" name=""/>
        <dsp:cNvSpPr/>
      </dsp:nvSpPr>
      <dsp:spPr>
        <a:xfrm>
          <a:off x="691629" y="4601718"/>
          <a:ext cx="902512" cy="902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3D733D-2CF6-49D6-A9CB-7AE5539D7168}">
      <dsp:nvSpPr>
        <dsp:cNvPr id="0" name=""/>
        <dsp:cNvSpPr/>
      </dsp:nvSpPr>
      <dsp:spPr>
        <a:xfrm>
          <a:off x="548982" y="5774847"/>
          <a:ext cx="10021291" cy="7220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309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700" kern="1200"/>
            <a:t>خاتمة</a:t>
          </a:r>
          <a:endParaRPr lang="ar-LB" sz="3700" kern="1200" dirty="0"/>
        </a:p>
      </dsp:txBody>
      <dsp:txXfrm>
        <a:off x="548982" y="5774847"/>
        <a:ext cx="10021291" cy="722010"/>
      </dsp:txXfrm>
    </dsp:sp>
    <dsp:sp modelId="{D889346F-DA13-49DF-A344-5B046D1015C5}">
      <dsp:nvSpPr>
        <dsp:cNvPr id="0" name=""/>
        <dsp:cNvSpPr/>
      </dsp:nvSpPr>
      <dsp:spPr>
        <a:xfrm>
          <a:off x="97726" y="5684596"/>
          <a:ext cx="902512" cy="902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A03B9-B750-436E-85B9-6BD017E57099}">
      <dsp:nvSpPr>
        <dsp:cNvPr id="0" name=""/>
        <dsp:cNvSpPr/>
      </dsp:nvSpPr>
      <dsp:spPr>
        <a:xfrm>
          <a:off x="2733328" y="769334"/>
          <a:ext cx="5132517" cy="5132517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83BD6-283B-4D99-A122-A51803379842}">
      <dsp:nvSpPr>
        <dsp:cNvPr id="0" name=""/>
        <dsp:cNvSpPr/>
      </dsp:nvSpPr>
      <dsp:spPr>
        <a:xfrm>
          <a:off x="2733328" y="769334"/>
          <a:ext cx="5132517" cy="5132517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1038D-AF57-4FF7-8DC7-6FE60D30F68B}">
      <dsp:nvSpPr>
        <dsp:cNvPr id="0" name=""/>
        <dsp:cNvSpPr/>
      </dsp:nvSpPr>
      <dsp:spPr>
        <a:xfrm>
          <a:off x="2733328" y="769334"/>
          <a:ext cx="5132517" cy="5132517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29FB6-1358-49F4-8DEA-0EC1CF291E18}">
      <dsp:nvSpPr>
        <dsp:cNvPr id="0" name=""/>
        <dsp:cNvSpPr/>
      </dsp:nvSpPr>
      <dsp:spPr>
        <a:xfrm>
          <a:off x="2733328" y="769334"/>
          <a:ext cx="5132517" cy="5132517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B9C46-8D31-463F-B2A4-71BB9277B502}">
      <dsp:nvSpPr>
        <dsp:cNvPr id="0" name=""/>
        <dsp:cNvSpPr/>
      </dsp:nvSpPr>
      <dsp:spPr>
        <a:xfrm>
          <a:off x="4118306" y="2154312"/>
          <a:ext cx="2362560" cy="23625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900" kern="1200" dirty="0"/>
            <a:t>أهمية سكينر اليوم</a:t>
          </a:r>
          <a:endParaRPr lang="en-US" sz="3900" kern="1200" dirty="0"/>
        </a:p>
      </dsp:txBody>
      <dsp:txXfrm>
        <a:off x="4464295" y="2500301"/>
        <a:ext cx="1670582" cy="1670582"/>
      </dsp:txXfrm>
    </dsp:sp>
    <dsp:sp modelId="{00FAEE64-CCAA-4E8E-9A95-63B45EA70CAE}">
      <dsp:nvSpPr>
        <dsp:cNvPr id="0" name=""/>
        <dsp:cNvSpPr/>
      </dsp:nvSpPr>
      <dsp:spPr>
        <a:xfrm>
          <a:off x="4472690" y="1974"/>
          <a:ext cx="1653792" cy="16537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kern="1200" dirty="0"/>
            <a:t>التعليم الحديث</a:t>
          </a:r>
          <a:endParaRPr lang="en-US" sz="2300" kern="1200" dirty="0"/>
        </a:p>
      </dsp:txBody>
      <dsp:txXfrm>
        <a:off x="4714882" y="244166"/>
        <a:ext cx="1169408" cy="1169408"/>
      </dsp:txXfrm>
    </dsp:sp>
    <dsp:sp modelId="{D7C1BE7E-C929-4321-80DF-AE2E86900A14}">
      <dsp:nvSpPr>
        <dsp:cNvPr id="0" name=""/>
        <dsp:cNvSpPr/>
      </dsp:nvSpPr>
      <dsp:spPr>
        <a:xfrm>
          <a:off x="6979413" y="2508696"/>
          <a:ext cx="1653792" cy="16537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kern="1200" dirty="0"/>
            <a:t>إدارة الصف</a:t>
          </a:r>
          <a:endParaRPr lang="en-US" sz="2300" kern="1200" dirty="0"/>
        </a:p>
      </dsp:txBody>
      <dsp:txXfrm>
        <a:off x="7221605" y="2750888"/>
        <a:ext cx="1169408" cy="1169408"/>
      </dsp:txXfrm>
    </dsp:sp>
    <dsp:sp modelId="{5517ECB3-3CF7-44DA-AEDB-8C18DF08B29F}">
      <dsp:nvSpPr>
        <dsp:cNvPr id="0" name=""/>
        <dsp:cNvSpPr/>
      </dsp:nvSpPr>
      <dsp:spPr>
        <a:xfrm>
          <a:off x="4472690" y="5015419"/>
          <a:ext cx="1653792" cy="16537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kern="1200" dirty="0"/>
            <a:t>التربية الخاصة</a:t>
          </a:r>
          <a:endParaRPr lang="en-US" sz="2300" kern="1200" dirty="0"/>
        </a:p>
      </dsp:txBody>
      <dsp:txXfrm>
        <a:off x="4714882" y="5257611"/>
        <a:ext cx="1169408" cy="1169408"/>
      </dsp:txXfrm>
    </dsp:sp>
    <dsp:sp modelId="{425E2FEA-CE99-419A-A571-058710C0BC63}">
      <dsp:nvSpPr>
        <dsp:cNvPr id="0" name=""/>
        <dsp:cNvSpPr/>
      </dsp:nvSpPr>
      <dsp:spPr>
        <a:xfrm>
          <a:off x="1965968" y="2508696"/>
          <a:ext cx="1653792" cy="16537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kern="1200" dirty="0"/>
            <a:t>الذكاء الاصطناعي</a:t>
          </a:r>
          <a:endParaRPr lang="en-US" sz="2300" kern="1200" dirty="0"/>
        </a:p>
      </dsp:txBody>
      <dsp:txXfrm>
        <a:off x="2208160" y="2750888"/>
        <a:ext cx="1169408" cy="1169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72D9-E486-ED83-587C-8C440BD4B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9AD37-068A-103F-5E1C-E7EBDAB89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A2818-4E94-6065-1964-2C087E4F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B210E-1419-4F97-0118-3AF4F403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125DC-403E-C2C9-40CF-37416B90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8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0B07-C046-9A39-A31F-7596D973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146F1-2495-6C64-1B3C-0BC8CF259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5E80E-6F91-04DF-81C1-01A8F0DB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11965-604F-BE30-951D-3E28B36C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E1E7F-F7AC-D858-1AE7-1524CD54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88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6F81-4200-9989-C28F-0B783AECE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C4B7F-AAE6-1B3D-F042-9FCDBC4FF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344B-6B33-4486-2473-6809B207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76B12-7D1B-14EB-281E-E071F73F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9F662-28D0-E14C-0CC3-8642C67B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50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B693-B0FD-7615-2145-4A712F88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013DB-664E-A10F-0E47-8D6DC6799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75EF5-AB4B-6078-4C08-90A410DA0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AC766-6C93-1291-85C5-5C3E506C1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6BA02-0AB3-1C58-4EFE-84C71ED9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42B3A-E153-5089-AA3C-9D494E19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9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6EDB-63DD-57DC-CEB7-6207454E1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45366-A2D3-997D-9AD9-628A63369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F22BB-83DD-87FE-E050-80A30E732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011C-ADB4-8B26-1FDD-34AD3A322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EE6102-21A4-0347-5018-41990BE85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CBA49-1873-9679-4A2D-5DA2837F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B9B6A-EA25-2603-C652-17F10956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0F596-A6DF-6C80-A05B-78DA619E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89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99F3-BC9E-DAEC-0232-C092E37B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B678B-7148-EA1D-7A26-E2604168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B1312-A24A-8AAD-20CF-57D19060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14303-5E29-045B-F7A0-B66503EB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89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956F4-05A7-FA47-F2FC-BD3AF09B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84B43-CDAD-715A-3B6C-01ED3D8B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D5AE2-F564-5789-CF8B-6F5CA37E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18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146F-524A-B143-9114-54B23A54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7AAA9-D3CB-A2AD-340E-9E1C75A5D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A6836-7572-E7C0-B330-218BC509C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4F249-9950-2D38-A98A-36607A33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115FB-E43D-671D-C151-B7EE9C86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65058-87A2-73B4-E4BC-465F3A5B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143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6323-66FD-3317-DE1D-2A32916DB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D94B4-50E4-DA42-E3ED-8D6B481E4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550E2-07B3-87F6-1122-45C61C0AF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064B-C0BE-ABD1-8970-6F775246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F2973-7722-06D9-5648-B2F626A3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F90D2-3ECF-E104-E391-AAB3A1D8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74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E3C2-2ED1-67F7-446C-92FB1052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4AB57-418A-1FEF-CE95-591F01030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A1E0B-1587-F6C2-35A7-44758A0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0D4AB-9431-20CE-35CD-AAA7BC14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FBB5C-108D-5E7B-5135-DFBB5C4D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22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BF7F1-0056-A37B-FB3A-FF2A5FC82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E9EF8-019E-3990-3333-FCC5FAD66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5EFAA-E369-36A4-2107-8B36F18B8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DF076-912F-6D07-A6D2-13A503EC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D2B78-B2C1-59E1-9C4F-CC17D838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65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6265E-1714-BAB3-B6B9-A52D61E25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1F1A3-8F1F-726C-5C7C-51E86BF61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237AE-AF23-621F-2F62-82242DB54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B4B1B-5F23-4D85-B28A-09C3B305DF0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8ED63-BC12-1943-1B09-D68771A8A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D9CCB-EFEE-E672-C508-B43025D44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F8045-235D-4081-9261-9C12DD14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3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ypsychology.org/behaviorism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83864E-A8CB-6A92-78C9-4C7DFD592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341972-7B3E-0E43-5925-9CD41158A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83" y="160278"/>
            <a:ext cx="2530059" cy="1975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A67E84-66B1-963E-F994-C0C49BE90B6C}"/>
              </a:ext>
            </a:extLst>
          </p:cNvPr>
          <p:cNvSpPr txBox="1"/>
          <p:nvPr/>
        </p:nvSpPr>
        <p:spPr>
          <a:xfrm>
            <a:off x="1555955" y="1565282"/>
            <a:ext cx="90800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ar-LB" sz="5400" b="1" dirty="0" err="1"/>
              <a:t>بورهوس</a:t>
            </a:r>
            <a:r>
              <a:rPr lang="ar-LB" sz="5400" b="1" dirty="0"/>
              <a:t> فريدريك سكينر</a:t>
            </a:r>
            <a:br>
              <a:rPr lang="en-US" sz="5400" dirty="0"/>
            </a:br>
            <a:r>
              <a:rPr lang="ar-LB" sz="5400" dirty="0"/>
              <a:t>النظرية السلوكية </a:t>
            </a:r>
            <a:r>
              <a:rPr lang="ar-LB" sz="5400" dirty="0" err="1"/>
              <a:t>والإشراط</a:t>
            </a:r>
            <a:r>
              <a:rPr lang="ar-LB" sz="5400" dirty="0"/>
              <a:t> الإجرائي</a:t>
            </a:r>
            <a:endParaRPr lang="ar-LB" sz="5400" dirty="0">
              <a:cs typeface="Akhbar MT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8F7B7-2A8A-BA6E-EFCE-03FF1F183872}"/>
              </a:ext>
            </a:extLst>
          </p:cNvPr>
          <p:cNvSpPr txBox="1"/>
          <p:nvPr/>
        </p:nvSpPr>
        <p:spPr>
          <a:xfrm>
            <a:off x="3921507" y="3750671"/>
            <a:ext cx="4348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LB" sz="2800" dirty="0"/>
              <a:t>تقديم :فنسنت ضاهر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11066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EE35-4265-0682-2EB6-02F89F5D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2E0C1-31D1-E23C-8563-64B1CD2DF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11539F7-AB0B-71E5-6648-4625B41C0F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5638884"/>
              </p:ext>
            </p:extLst>
          </p:nvPr>
        </p:nvGraphicFramePr>
        <p:xfrm>
          <a:off x="-1" y="0"/>
          <a:ext cx="10668001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4131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7269-4D4C-6D9E-9364-50EBE5DA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60FBDD-2EE5-60A6-0566-2816A1FA4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1C7701-67B5-0B1B-2B8C-64B36256713B}"/>
              </a:ext>
            </a:extLst>
          </p:cNvPr>
          <p:cNvSpPr/>
          <p:nvPr/>
        </p:nvSpPr>
        <p:spPr>
          <a:xfrm>
            <a:off x="5161936" y="943896"/>
            <a:ext cx="6813756" cy="2959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7AA8C-5225-5EAC-106B-5AF77D9B4EE3}"/>
              </a:ext>
            </a:extLst>
          </p:cNvPr>
          <p:cNvSpPr txBox="1"/>
          <p:nvPr/>
        </p:nvSpPr>
        <p:spPr>
          <a:xfrm>
            <a:off x="5466735" y="1339594"/>
            <a:ext cx="61746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LB" sz="2800" b="1" dirty="0"/>
              <a:t>من هو سكينر؟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LB" sz="2800" dirty="0"/>
              <a:t>عالم نفس أمريكي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LB" sz="2800" dirty="0"/>
              <a:t>وُلد عام 1904 – توفي عام 1990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LB" sz="2800" dirty="0"/>
              <a:t>من رواد المدرسة السلوكية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LB" sz="2800" dirty="0"/>
              <a:t>اشتهر بنظرية </a:t>
            </a:r>
            <a:r>
              <a:rPr lang="ar-LB" sz="2800" b="1" dirty="0" err="1"/>
              <a:t>الإشراط</a:t>
            </a:r>
            <a:r>
              <a:rPr lang="ar-LB" sz="2800" b="1" dirty="0"/>
              <a:t> الإجرائي</a:t>
            </a:r>
            <a:endParaRPr lang="ar-L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118B0-07E8-0A81-21D0-B7785F614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9" y="213850"/>
            <a:ext cx="4159046" cy="54200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53322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321D-AC2C-1C62-DFF6-C905F852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1C861C-8797-4E56-0A15-5A1FE63CD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416F72-7486-2FA0-2E1B-1208904D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14312"/>
            <a:ext cx="11430000" cy="642937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3EBC91-4386-CFC7-2DA4-A5BE88D8E3C5}"/>
              </a:ext>
            </a:extLst>
          </p:cNvPr>
          <p:cNvSpPr/>
          <p:nvPr/>
        </p:nvSpPr>
        <p:spPr>
          <a:xfrm>
            <a:off x="2046338" y="1079553"/>
            <a:ext cx="3057833" cy="707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LB" dirty="0"/>
              <a:t>السلوك ناتج عن البيئة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B10CE0-174E-5828-B978-FCAC29EDE300}"/>
              </a:ext>
            </a:extLst>
          </p:cNvPr>
          <p:cNvSpPr/>
          <p:nvPr/>
        </p:nvSpPr>
        <p:spPr>
          <a:xfrm>
            <a:off x="6848166" y="2079521"/>
            <a:ext cx="3057833" cy="707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LB" dirty="0"/>
              <a:t>التعلم = تغير في السلوك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0ED383-A476-4DB1-436E-23485F94B88A}"/>
              </a:ext>
            </a:extLst>
          </p:cNvPr>
          <p:cNvSpPr/>
          <p:nvPr/>
        </p:nvSpPr>
        <p:spPr>
          <a:xfrm>
            <a:off x="2254045" y="3300717"/>
            <a:ext cx="3057833" cy="707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LB" dirty="0"/>
              <a:t>لا تهتم بالعمليات العقلية الداخلية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76E9AE-7174-C0EC-5E83-826169B40DEB}"/>
              </a:ext>
            </a:extLst>
          </p:cNvPr>
          <p:cNvSpPr/>
          <p:nvPr/>
        </p:nvSpPr>
        <p:spPr>
          <a:xfrm>
            <a:off x="7015315" y="4070557"/>
            <a:ext cx="3057833" cy="707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LB" dirty="0"/>
              <a:t>تعتمد على الملاحظة والتجربة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389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BEBE2-11D3-09EC-07A9-47F97EA7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500820-51AE-8838-3317-C58E764F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5D9FBF-4418-A00F-ED4D-4193F712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757C73-8A1E-8D0F-E44A-CDF0BB2E64AC}"/>
              </a:ext>
            </a:extLst>
          </p:cNvPr>
          <p:cNvSpPr/>
          <p:nvPr/>
        </p:nvSpPr>
        <p:spPr>
          <a:xfrm>
            <a:off x="570271" y="452284"/>
            <a:ext cx="10353368" cy="58993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LB" sz="2400" b="1" dirty="0" err="1"/>
              <a:t>الإشراط</a:t>
            </a:r>
            <a:r>
              <a:rPr lang="ar-LB" sz="2400" b="1" dirty="0"/>
              <a:t> الإجرائي</a:t>
            </a:r>
            <a:r>
              <a:rPr lang="en-US" sz="2400" b="1" dirty="0"/>
              <a:t>Operant Conditioning:</a:t>
            </a:r>
            <a:endParaRPr lang="en-US" sz="2400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نمط من التعلم يعتمد على </a:t>
            </a:r>
            <a:r>
              <a:rPr lang="ar-LB" sz="2400" b="1" dirty="0"/>
              <a:t>نتائج السلوك</a:t>
            </a:r>
            <a:r>
              <a:rPr lang="ar-LB" sz="2400" dirty="0"/>
              <a:t> وليس على المثيرات فقط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السلوك الإنساني </a:t>
            </a:r>
            <a:r>
              <a:rPr lang="ar-LB" sz="2400" b="1" dirty="0"/>
              <a:t>قابل للتشكيل والتعديل</a:t>
            </a:r>
            <a:r>
              <a:rPr lang="ar-LB" sz="2400" dirty="0"/>
              <a:t> عبر البيئة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السلوك الذي يتبعه </a:t>
            </a:r>
            <a:r>
              <a:rPr lang="ar-LB" sz="2400" b="1" dirty="0"/>
              <a:t>تعزيز</a:t>
            </a:r>
            <a:r>
              <a:rPr lang="ar-LB" sz="2400" dirty="0"/>
              <a:t> يزداد تكراره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السلوك الذي يتبعه </a:t>
            </a:r>
            <a:r>
              <a:rPr lang="ar-LB" sz="2400" b="1" dirty="0"/>
              <a:t>عقاب</a:t>
            </a:r>
            <a:r>
              <a:rPr lang="ar-LB" sz="2400" dirty="0"/>
              <a:t> يضعف أو يختفي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المتعلم </a:t>
            </a:r>
            <a:r>
              <a:rPr lang="ar-LB" sz="2400" b="1" dirty="0"/>
              <a:t>فاعل</a:t>
            </a:r>
            <a:r>
              <a:rPr lang="ar-LB" sz="2400" dirty="0"/>
              <a:t> في عملية التعلم وليس متلقّيًا سلبيًا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التعلم يحدث بشكل </a:t>
            </a:r>
            <a:r>
              <a:rPr lang="ar-LB" sz="2400" b="1" dirty="0"/>
              <a:t>تدريجي وتراكمي</a:t>
            </a:r>
            <a:endParaRPr lang="ar-LB" sz="2400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التركيز على </a:t>
            </a:r>
            <a:r>
              <a:rPr lang="ar-LB" sz="2400" b="1" dirty="0"/>
              <a:t>السلوك القابل للملاحظة والقياس</a:t>
            </a:r>
            <a:endParaRPr lang="ar-LB" sz="2400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لا يهتم بما يحدث داخل العقل بل بما يظهر خارجيًا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b="1" dirty="0"/>
              <a:t>معادلة سكينر الأساسية:</a:t>
            </a:r>
            <a:endParaRPr lang="ar-LB" sz="2400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سلوك ⟶ نتيجة ⟶ تعديل السلوك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b="1" dirty="0"/>
              <a:t>الفكرة المركزية:</a:t>
            </a:r>
            <a:endParaRPr lang="ar-LB" sz="2400" dirty="0"/>
          </a:p>
          <a:p>
            <a:pPr algn="ctr"/>
            <a:r>
              <a:rPr lang="ar-LB" sz="2400" b="1" dirty="0">
                <a:solidFill>
                  <a:schemeClr val="tx1"/>
                </a:solidFill>
              </a:rPr>
              <a:t>«نحن لا نتصرف عشوائيًا، بل نتعلم كيف نتصرف بناءً على ما يحدث بعد السلوك»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767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CFAC-C8A1-C648-BE51-FC1763D00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440877-42A7-1392-CC3E-EAF8C98F3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n example of a Skinner Box">
            <a:hlinkClick r:id="" action="ppaction://media"/>
            <a:extLst>
              <a:ext uri="{FF2B5EF4-FFF2-40B4-BE49-F238E27FC236}">
                <a16:creationId xmlns:a16="http://schemas.microsoft.com/office/drawing/2014/main" id="{C345BFA5-0882-8792-FEFD-67D4D133DA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7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8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1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B6323-4B87-E49F-AA2C-6C464EE3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EEC942-C20B-3929-81D1-FCB6EBEFB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B83101-2AA7-03A8-BA95-CD91C339D615}"/>
              </a:ext>
            </a:extLst>
          </p:cNvPr>
          <p:cNvSpPr/>
          <p:nvPr/>
        </p:nvSpPr>
        <p:spPr>
          <a:xfrm>
            <a:off x="4257368" y="668594"/>
            <a:ext cx="3018503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LB" sz="4000" b="1">
                <a:solidFill>
                  <a:schemeClr val="tx1"/>
                </a:solidFill>
              </a:rPr>
              <a:t>التعزيز 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1C6A7E-1BB0-2433-BF3B-B0A5997589DD}"/>
              </a:ext>
            </a:extLst>
          </p:cNvPr>
          <p:cNvSpPr/>
          <p:nvPr/>
        </p:nvSpPr>
        <p:spPr>
          <a:xfrm>
            <a:off x="5447071" y="2013154"/>
            <a:ext cx="7964129" cy="894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sz="2400"/>
              <a:t>يركّز على </a:t>
            </a:r>
            <a:r>
              <a:rPr lang="ar-LB" sz="2400" b="1"/>
              <a:t>تقوية السلوك المرغوب</a:t>
            </a:r>
            <a:r>
              <a:rPr lang="ar-LB" sz="2400"/>
              <a:t> بدل قمع السلوك غير المرغوب</a:t>
            </a:r>
            <a:endParaRPr lang="en-US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C720F3-E630-5203-FEA3-247DBBF0F6E3}"/>
              </a:ext>
            </a:extLst>
          </p:cNvPr>
          <p:cNvSpPr/>
          <p:nvPr/>
        </p:nvSpPr>
        <p:spPr>
          <a:xfrm>
            <a:off x="10278220" y="3256935"/>
            <a:ext cx="3827559" cy="693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sz="2400" dirty="0"/>
              <a:t>التعزيز الإيجابي</a:t>
            </a:r>
            <a:endParaRPr lang="en-US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971DC9-6150-8273-59E8-E16D9A272554}"/>
              </a:ext>
            </a:extLst>
          </p:cNvPr>
          <p:cNvSpPr/>
          <p:nvPr/>
        </p:nvSpPr>
        <p:spPr>
          <a:xfrm>
            <a:off x="5231461" y="3256935"/>
            <a:ext cx="3827559" cy="693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sz="2400" dirty="0"/>
              <a:t>إضافة مثير </a:t>
            </a:r>
            <a:r>
              <a:rPr lang="ar-LB" sz="2400" b="1" dirty="0"/>
              <a:t>محبّب</a:t>
            </a:r>
            <a:r>
              <a:rPr lang="ar-LB" sz="2400" dirty="0"/>
              <a:t> بعد حدوث السلوك</a:t>
            </a:r>
            <a:endParaRPr lang="en-US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179B58-C726-5A2D-F7B8-281D625DC568}"/>
              </a:ext>
            </a:extLst>
          </p:cNvPr>
          <p:cNvSpPr/>
          <p:nvPr/>
        </p:nvSpPr>
        <p:spPr>
          <a:xfrm>
            <a:off x="10278219" y="4335255"/>
            <a:ext cx="3827559" cy="693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sz="2400" dirty="0"/>
              <a:t>التعزيز السلبي</a:t>
            </a:r>
            <a:endParaRPr 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60912-E0BC-6746-8651-CB6D42AEA9A3}"/>
              </a:ext>
            </a:extLst>
          </p:cNvPr>
          <p:cNvSpPr/>
          <p:nvPr/>
        </p:nvSpPr>
        <p:spPr>
          <a:xfrm>
            <a:off x="3396344" y="4353653"/>
            <a:ext cx="5662676" cy="693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sz="2400" dirty="0"/>
              <a:t>إزالة مثير </a:t>
            </a:r>
            <a:r>
              <a:rPr lang="ar-LB" sz="2400" b="1" dirty="0"/>
              <a:t>مزعج أو غير مرغوب</a:t>
            </a:r>
            <a:r>
              <a:rPr lang="ar-LB" sz="2400" dirty="0"/>
              <a:t> بعد حدوث السلوك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82434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3596-5F54-7895-A40F-8428B5B35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5B393D-B088-B5C7-6AAF-B819302CE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5EF133-814C-16F0-CBFA-9FE3AC503AF1}"/>
              </a:ext>
            </a:extLst>
          </p:cNvPr>
          <p:cNvSpPr/>
          <p:nvPr/>
        </p:nvSpPr>
        <p:spPr>
          <a:xfrm>
            <a:off x="4257368" y="668594"/>
            <a:ext cx="3018503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LB" sz="4000" dirty="0">
                <a:solidFill>
                  <a:schemeClr val="tx1"/>
                </a:solidFill>
              </a:rPr>
              <a:t>العقاب</a:t>
            </a:r>
            <a:r>
              <a:rPr lang="ar-LB" sz="4000" b="1" dirty="0">
                <a:solidFill>
                  <a:schemeClr val="tx1"/>
                </a:solidFill>
              </a:rPr>
              <a:t> 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BAD286-D9CF-6BBF-135A-35057D6E2027}"/>
              </a:ext>
            </a:extLst>
          </p:cNvPr>
          <p:cNvSpPr/>
          <p:nvPr/>
        </p:nvSpPr>
        <p:spPr>
          <a:xfrm>
            <a:off x="2644877" y="2644877"/>
            <a:ext cx="6282813" cy="1120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LB" sz="2800" dirty="0"/>
              <a:t>العقاب هو أي نتيجة </a:t>
            </a:r>
            <a:r>
              <a:rPr lang="ar-LB" sz="2800" b="1" dirty="0"/>
              <a:t>تقلل من احتمال تكرار السلوك</a:t>
            </a:r>
            <a:endParaRPr lang="en-US" sz="2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B06DD4-0479-FFB5-2B78-A6789B66D793}"/>
              </a:ext>
            </a:extLst>
          </p:cNvPr>
          <p:cNvSpPr/>
          <p:nvPr/>
        </p:nvSpPr>
        <p:spPr>
          <a:xfrm>
            <a:off x="7275871" y="2251587"/>
            <a:ext cx="3726426" cy="41295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LB" sz="2400" b="1" dirty="0"/>
              <a:t>العقاب الإيجابي </a:t>
            </a:r>
            <a:endParaRPr lang="en-US" sz="2400" b="1" dirty="0"/>
          </a:p>
          <a:p>
            <a:pPr algn="r" rtl="1"/>
            <a:r>
              <a:rPr lang="ar-LB" sz="2400" dirty="0"/>
              <a:t>إضافة مثير </a:t>
            </a:r>
            <a:r>
              <a:rPr lang="ar-LB" sz="2400" b="1" dirty="0"/>
              <a:t>غير مرغوب</a:t>
            </a:r>
            <a:r>
              <a:rPr lang="ar-LB" sz="2400" dirty="0"/>
              <a:t> بعد السلوك</a:t>
            </a:r>
          </a:p>
          <a:p>
            <a:pPr algn="r" rtl="1"/>
            <a:r>
              <a:rPr lang="ar-LB" sz="2400" b="1" dirty="0"/>
              <a:t>أمثلة:</a:t>
            </a:r>
            <a:endParaRPr lang="ar-LB" sz="2400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التوبيخ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التنبيه العلني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فرض عمل إضافي عقابي</a:t>
            </a:r>
          </a:p>
          <a:p>
            <a:pPr algn="ctr" rtl="1"/>
            <a:endParaRPr lang="en-US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DF2466-A0F0-C85E-E99D-C531772846E1}"/>
              </a:ext>
            </a:extLst>
          </p:cNvPr>
          <p:cNvSpPr/>
          <p:nvPr/>
        </p:nvSpPr>
        <p:spPr>
          <a:xfrm>
            <a:off x="1233948" y="2251587"/>
            <a:ext cx="3726426" cy="41295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LB" sz="2400" b="1" dirty="0"/>
              <a:t>العقاب السلبي </a:t>
            </a:r>
            <a:endParaRPr lang="en-US" sz="2400" b="1" dirty="0"/>
          </a:p>
          <a:p>
            <a:pPr algn="r" rtl="1"/>
            <a:r>
              <a:rPr lang="ar-LB" sz="2400" dirty="0"/>
              <a:t>إزالة مثير </a:t>
            </a:r>
            <a:r>
              <a:rPr lang="ar-LB" sz="2400" b="1" dirty="0"/>
              <a:t>محبّب</a:t>
            </a:r>
            <a:r>
              <a:rPr lang="ar-LB" sz="2400" dirty="0"/>
              <a:t> بعد السلوك</a:t>
            </a:r>
          </a:p>
          <a:p>
            <a:pPr algn="r" rtl="1"/>
            <a:r>
              <a:rPr lang="ar-LB" sz="2400" b="1" dirty="0"/>
              <a:t>أمثلة:</a:t>
            </a:r>
            <a:endParaRPr lang="ar-LB" sz="2400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حرمان من امتياز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فقدان وقت اللعب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LB" sz="2400" dirty="0"/>
              <a:t>سحب نقاط أو مكافأة</a:t>
            </a:r>
          </a:p>
          <a:p>
            <a:pPr algn="ctr" rt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721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F3FD-9BC3-7C2F-E07F-0F38AD62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28B050-AE28-FDB6-7EC7-0BEEB15E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F135E0D-5C31-E20A-BF3C-1FC7066C4C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23970"/>
              </p:ext>
            </p:extLst>
          </p:nvPr>
        </p:nvGraphicFramePr>
        <p:xfrm>
          <a:off x="796413" y="93407"/>
          <a:ext cx="10599174" cy="6671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55583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2063-D68C-70F6-EA6A-3A0DF519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9AC90B-743D-35CD-E4CC-DA040B358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99ACC2-B89B-9F24-EF0E-804F413F0D5D}"/>
              </a:ext>
            </a:extLst>
          </p:cNvPr>
          <p:cNvSpPr/>
          <p:nvPr/>
        </p:nvSpPr>
        <p:spPr>
          <a:xfrm>
            <a:off x="776748" y="894735"/>
            <a:ext cx="10913807" cy="54077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sz="2400" b="1" dirty="0"/>
              <a:t>المراجع </a:t>
            </a:r>
          </a:p>
          <a:p>
            <a:r>
              <a:rPr lang="en-US" sz="2400" dirty="0"/>
              <a:t>Skinner, B. F. (1953). </a:t>
            </a:r>
            <a:r>
              <a:rPr lang="en-US" sz="2400" i="1" dirty="0"/>
              <a:t>Science and human behavior</a:t>
            </a:r>
            <a:r>
              <a:rPr lang="en-US" sz="2400" dirty="0"/>
              <a:t>. New York, NY: Macmillan.</a:t>
            </a:r>
          </a:p>
          <a:p>
            <a:r>
              <a:rPr lang="en-US" sz="2400" dirty="0"/>
              <a:t>Skinner, B. F. (1971). </a:t>
            </a:r>
            <a:r>
              <a:rPr lang="en-US" sz="2400" i="1" dirty="0"/>
              <a:t>Beyond freedom and dignity</a:t>
            </a:r>
            <a:r>
              <a:rPr lang="en-US" sz="2400" dirty="0"/>
              <a:t>. New York, NY: Knopf.</a:t>
            </a:r>
          </a:p>
          <a:p>
            <a:r>
              <a:rPr lang="en-US" sz="2400" dirty="0"/>
              <a:t>Skinner, B. F. (1968). </a:t>
            </a:r>
            <a:r>
              <a:rPr lang="en-US" sz="2400" i="1" dirty="0"/>
              <a:t>The technology of teaching</a:t>
            </a:r>
            <a:r>
              <a:rPr lang="en-US" sz="2400" dirty="0"/>
              <a:t>. New York, NY: Appleton-Century-Crofts.</a:t>
            </a:r>
          </a:p>
          <a:p>
            <a:r>
              <a:rPr lang="en-US" sz="2400" dirty="0"/>
              <a:t>McLeod, S. A. (2023). </a:t>
            </a:r>
            <a:r>
              <a:rPr lang="en-US" sz="2400" i="1" dirty="0"/>
              <a:t>Behaviorism</a:t>
            </a:r>
            <a:r>
              <a:rPr lang="en-US" sz="2400" dirty="0"/>
              <a:t>. Simply Psychology.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https://www.simplypsychology.org/behaviorism.html</a:t>
            </a:r>
            <a:endParaRPr lang="en-US" sz="2400" dirty="0"/>
          </a:p>
          <a:p>
            <a:r>
              <a:rPr lang="en-US" sz="2400" dirty="0"/>
              <a:t>Ormrod, J. E. (2020). </a:t>
            </a:r>
            <a:r>
              <a:rPr lang="en-US" sz="2400" i="1" dirty="0"/>
              <a:t>Educational psychology: Developing learners</a:t>
            </a:r>
            <a:r>
              <a:rPr lang="en-US" sz="2400" dirty="0"/>
              <a:t> (10th ed.). Pearson Education.</a:t>
            </a:r>
          </a:p>
          <a:p>
            <a:r>
              <a:rPr lang="en-US" sz="2400" dirty="0"/>
              <a:t>Schunk, D. H. (2020). </a:t>
            </a:r>
            <a:r>
              <a:rPr lang="en-US" sz="2400" i="1" dirty="0"/>
              <a:t>Learning theories: An educational perspective</a:t>
            </a:r>
            <a:r>
              <a:rPr lang="en-US" sz="2400" dirty="0"/>
              <a:t> (8th ed.). Pearson Education.</a:t>
            </a:r>
          </a:p>
        </p:txBody>
      </p:sp>
    </p:spTree>
    <p:extLst>
      <p:ext uri="{BB962C8B-B14F-4D97-AF65-F5344CB8AC3E}">
        <p14:creationId xmlns:p14="http://schemas.microsoft.com/office/powerpoint/2010/main" val="2639949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377</Words>
  <Application>Microsoft Office PowerPoint</Application>
  <PresentationFormat>Widescreen</PresentationFormat>
  <Paragraphs>62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Akhbar MT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Daher</dc:creator>
  <cp:lastModifiedBy>Angel Daher</cp:lastModifiedBy>
  <cp:revision>2</cp:revision>
  <dcterms:created xsi:type="dcterms:W3CDTF">2025-12-21T14:25:46Z</dcterms:created>
  <dcterms:modified xsi:type="dcterms:W3CDTF">2025-12-22T07:21:30Z</dcterms:modified>
</cp:coreProperties>
</file>