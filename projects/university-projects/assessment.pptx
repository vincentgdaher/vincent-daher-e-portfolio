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74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75" r:id="rId19"/>
    <p:sldId id="276" r:id="rId20"/>
    <p:sldId id="277" r:id="rId21"/>
    <p:sldId id="271" r:id="rId22"/>
    <p:sldId id="272" r:id="rId23"/>
    <p:sldId id="279" r:id="rId24"/>
    <p:sldId id="281" r:id="rId25"/>
    <p:sldId id="283" r:id="rId26"/>
    <p:sldId id="280" r:id="rId27"/>
    <p:sldId id="282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5EF8AC-A7CB-46BE-8B0E-478907A7A55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6D6A8C-E99B-48A3-BC44-8A7EC27BF384}">
      <dgm:prSet phldrT="[Text]" phldr="0"/>
      <dgm:spPr/>
      <dgm:t>
        <a:bodyPr/>
        <a:lstStyle/>
        <a:p>
          <a:r>
            <a:rPr lang="ar-LB" dirty="0"/>
            <a:t>تخطيط وبناء الامتحان</a:t>
          </a:r>
          <a:endParaRPr lang="en-US" dirty="0"/>
        </a:p>
      </dgm:t>
    </dgm:pt>
    <dgm:pt modelId="{A30765F6-8193-4A41-A8D3-1F2292EFFDEB}" type="parTrans" cxnId="{F338B1A6-91A4-429C-B596-FD810A7D56DE}">
      <dgm:prSet/>
      <dgm:spPr/>
      <dgm:t>
        <a:bodyPr/>
        <a:lstStyle/>
        <a:p>
          <a:endParaRPr lang="en-US"/>
        </a:p>
      </dgm:t>
    </dgm:pt>
    <dgm:pt modelId="{3D918557-F552-4F4C-BD82-45338B889820}" type="sibTrans" cxnId="{F338B1A6-91A4-429C-B596-FD810A7D56DE}">
      <dgm:prSet/>
      <dgm:spPr/>
      <dgm:t>
        <a:bodyPr/>
        <a:lstStyle/>
        <a:p>
          <a:endParaRPr lang="en-US"/>
        </a:p>
      </dgm:t>
    </dgm:pt>
    <dgm:pt modelId="{1A5CAF4E-B9DE-48F8-85CA-B129E1220AA4}">
      <dgm:prSet phldrT="[Text]" phldr="0"/>
      <dgm:spPr/>
      <dgm:t>
        <a:bodyPr/>
        <a:lstStyle/>
        <a:p>
          <a:r>
            <a:rPr lang="ar-LB" dirty="0"/>
            <a:t>احصائيات وتحليل النتائج</a:t>
          </a:r>
          <a:endParaRPr lang="en-US" dirty="0"/>
        </a:p>
      </dgm:t>
    </dgm:pt>
    <dgm:pt modelId="{DB408563-3F66-4FBA-A683-F4EA8D097189}" type="parTrans" cxnId="{D2A5304D-012A-44EB-9F47-8570719F0446}">
      <dgm:prSet/>
      <dgm:spPr/>
      <dgm:t>
        <a:bodyPr/>
        <a:lstStyle/>
        <a:p>
          <a:endParaRPr lang="en-US"/>
        </a:p>
      </dgm:t>
    </dgm:pt>
    <dgm:pt modelId="{B824A7F0-6B66-4522-8A5F-E6CA39FC31C6}" type="sibTrans" cxnId="{D2A5304D-012A-44EB-9F47-8570719F0446}">
      <dgm:prSet/>
      <dgm:spPr/>
      <dgm:t>
        <a:bodyPr/>
        <a:lstStyle/>
        <a:p>
          <a:endParaRPr lang="en-US"/>
        </a:p>
      </dgm:t>
    </dgm:pt>
    <dgm:pt modelId="{27B97079-52D5-40EC-B712-E3381D93788C}">
      <dgm:prSet phldrT="[Text]"/>
      <dgm:spPr/>
      <dgm:t>
        <a:bodyPr/>
        <a:lstStyle/>
        <a:p>
          <a:r>
            <a:rPr lang="ar-LB" dirty="0"/>
            <a:t> تحليل الفقرات )</a:t>
          </a:r>
          <a:r>
            <a:rPr lang="en-US" dirty="0"/>
            <a:t>Analysis Item)</a:t>
          </a:r>
        </a:p>
      </dgm:t>
    </dgm:pt>
    <dgm:pt modelId="{7CAF0A31-A95D-4342-A741-94ACE3621877}" type="parTrans" cxnId="{663CA64A-ACEE-458E-BCA3-293A431E0FBD}">
      <dgm:prSet/>
      <dgm:spPr/>
      <dgm:t>
        <a:bodyPr/>
        <a:lstStyle/>
        <a:p>
          <a:endParaRPr lang="en-US"/>
        </a:p>
      </dgm:t>
    </dgm:pt>
    <dgm:pt modelId="{22D92676-4638-4134-9F90-F92E377891AB}" type="sibTrans" cxnId="{663CA64A-ACEE-458E-BCA3-293A431E0FBD}">
      <dgm:prSet/>
      <dgm:spPr/>
      <dgm:t>
        <a:bodyPr/>
        <a:lstStyle/>
        <a:p>
          <a:endParaRPr lang="en-US"/>
        </a:p>
      </dgm:t>
    </dgm:pt>
    <dgm:pt modelId="{583FAF00-E243-4B42-ADC9-FCA48D3D6F5B}">
      <dgm:prSet phldrT="[Text]"/>
      <dgm:spPr/>
      <dgm:t>
        <a:bodyPr/>
        <a:lstStyle/>
        <a:p>
          <a:r>
            <a:rPr lang="ar-LB" dirty="0"/>
            <a:t> النماذج المرجعية للدرجات وتعديل النتائج</a:t>
          </a:r>
          <a:endParaRPr lang="en-US" dirty="0"/>
        </a:p>
      </dgm:t>
    </dgm:pt>
    <dgm:pt modelId="{32A8F63D-3327-4C27-9A77-2E00ADF5DA5B}" type="parTrans" cxnId="{2BB94F4F-7B61-44F9-9AAF-1EC7235F2718}">
      <dgm:prSet/>
      <dgm:spPr/>
      <dgm:t>
        <a:bodyPr/>
        <a:lstStyle/>
        <a:p>
          <a:endParaRPr lang="en-US"/>
        </a:p>
      </dgm:t>
    </dgm:pt>
    <dgm:pt modelId="{43504A49-FB0A-408C-AC2E-02E23D6F0AAC}" type="sibTrans" cxnId="{2BB94F4F-7B61-44F9-9AAF-1EC7235F2718}">
      <dgm:prSet/>
      <dgm:spPr/>
      <dgm:t>
        <a:bodyPr/>
        <a:lstStyle/>
        <a:p>
          <a:endParaRPr lang="en-US"/>
        </a:p>
      </dgm:t>
    </dgm:pt>
    <dgm:pt modelId="{188D0CDA-A22F-45D1-8D5E-69FD5D699FC2}" type="pres">
      <dgm:prSet presAssocID="{4E5EF8AC-A7CB-46BE-8B0E-478907A7A555}" presName="Name0" presStyleCnt="0">
        <dgm:presLayoutVars>
          <dgm:chMax val="7"/>
          <dgm:chPref val="7"/>
          <dgm:dir/>
        </dgm:presLayoutVars>
      </dgm:prSet>
      <dgm:spPr/>
    </dgm:pt>
    <dgm:pt modelId="{25801749-7DAE-4A16-9167-422C33F6C2A1}" type="pres">
      <dgm:prSet presAssocID="{4E5EF8AC-A7CB-46BE-8B0E-478907A7A555}" presName="Name1" presStyleCnt="0"/>
      <dgm:spPr/>
    </dgm:pt>
    <dgm:pt modelId="{4A2FBB8A-9020-42BF-8E09-59A0E510E31C}" type="pres">
      <dgm:prSet presAssocID="{4E5EF8AC-A7CB-46BE-8B0E-478907A7A555}" presName="cycle" presStyleCnt="0"/>
      <dgm:spPr/>
    </dgm:pt>
    <dgm:pt modelId="{6E66BCE9-E468-43F6-BDAF-DD2D8A3907FF}" type="pres">
      <dgm:prSet presAssocID="{4E5EF8AC-A7CB-46BE-8B0E-478907A7A555}" presName="srcNode" presStyleLbl="node1" presStyleIdx="0" presStyleCnt="4"/>
      <dgm:spPr/>
    </dgm:pt>
    <dgm:pt modelId="{EAEB3158-AAC6-483F-94DA-CEEAC2177FE8}" type="pres">
      <dgm:prSet presAssocID="{4E5EF8AC-A7CB-46BE-8B0E-478907A7A555}" presName="conn" presStyleLbl="parChTrans1D2" presStyleIdx="0" presStyleCnt="1"/>
      <dgm:spPr/>
    </dgm:pt>
    <dgm:pt modelId="{09AB9EB7-4068-4BCE-B1BF-448E9BB5812E}" type="pres">
      <dgm:prSet presAssocID="{4E5EF8AC-A7CB-46BE-8B0E-478907A7A555}" presName="extraNode" presStyleLbl="node1" presStyleIdx="0" presStyleCnt="4"/>
      <dgm:spPr/>
    </dgm:pt>
    <dgm:pt modelId="{E3E9CA59-E0B1-4C9E-AE51-30498E75B45E}" type="pres">
      <dgm:prSet presAssocID="{4E5EF8AC-A7CB-46BE-8B0E-478907A7A555}" presName="dstNode" presStyleLbl="node1" presStyleIdx="0" presStyleCnt="4"/>
      <dgm:spPr/>
    </dgm:pt>
    <dgm:pt modelId="{604F4902-7A8D-4C15-BD33-6FFF9D19364F}" type="pres">
      <dgm:prSet presAssocID="{A36D6A8C-E99B-48A3-BC44-8A7EC27BF384}" presName="text_1" presStyleLbl="node1" presStyleIdx="0" presStyleCnt="4">
        <dgm:presLayoutVars>
          <dgm:bulletEnabled val="1"/>
        </dgm:presLayoutVars>
      </dgm:prSet>
      <dgm:spPr/>
    </dgm:pt>
    <dgm:pt modelId="{D2CE02E3-0872-4C72-805C-8F9E65F2BFE7}" type="pres">
      <dgm:prSet presAssocID="{A36D6A8C-E99B-48A3-BC44-8A7EC27BF384}" presName="accent_1" presStyleCnt="0"/>
      <dgm:spPr/>
    </dgm:pt>
    <dgm:pt modelId="{2FAD2C0C-3481-4DDE-BA10-7CACD570B95E}" type="pres">
      <dgm:prSet presAssocID="{A36D6A8C-E99B-48A3-BC44-8A7EC27BF384}" presName="accentRepeatNode" presStyleLbl="solidFgAcc1" presStyleIdx="0" presStyleCnt="4"/>
      <dgm:spPr/>
    </dgm:pt>
    <dgm:pt modelId="{54A66FAC-F33E-4D35-BEBB-7728DDB0E473}" type="pres">
      <dgm:prSet presAssocID="{1A5CAF4E-B9DE-48F8-85CA-B129E1220AA4}" presName="text_2" presStyleLbl="node1" presStyleIdx="1" presStyleCnt="4">
        <dgm:presLayoutVars>
          <dgm:bulletEnabled val="1"/>
        </dgm:presLayoutVars>
      </dgm:prSet>
      <dgm:spPr/>
    </dgm:pt>
    <dgm:pt modelId="{9E3E9044-C058-493C-B379-468F86BBC39F}" type="pres">
      <dgm:prSet presAssocID="{1A5CAF4E-B9DE-48F8-85CA-B129E1220AA4}" presName="accent_2" presStyleCnt="0"/>
      <dgm:spPr/>
    </dgm:pt>
    <dgm:pt modelId="{43F00972-EBC9-4119-9A64-2ED2D06A5701}" type="pres">
      <dgm:prSet presAssocID="{1A5CAF4E-B9DE-48F8-85CA-B129E1220AA4}" presName="accentRepeatNode" presStyleLbl="solidFgAcc1" presStyleIdx="1" presStyleCnt="4"/>
      <dgm:spPr/>
    </dgm:pt>
    <dgm:pt modelId="{E83BC58D-89E1-4429-94D5-4036979E28D7}" type="pres">
      <dgm:prSet presAssocID="{27B97079-52D5-40EC-B712-E3381D93788C}" presName="text_3" presStyleLbl="node1" presStyleIdx="2" presStyleCnt="4">
        <dgm:presLayoutVars>
          <dgm:bulletEnabled val="1"/>
        </dgm:presLayoutVars>
      </dgm:prSet>
      <dgm:spPr/>
    </dgm:pt>
    <dgm:pt modelId="{62D00447-B014-417D-9CB9-AF4846A077D7}" type="pres">
      <dgm:prSet presAssocID="{27B97079-52D5-40EC-B712-E3381D93788C}" presName="accent_3" presStyleCnt="0"/>
      <dgm:spPr/>
    </dgm:pt>
    <dgm:pt modelId="{374AF209-70D9-403A-875E-0D466415F8CF}" type="pres">
      <dgm:prSet presAssocID="{27B97079-52D5-40EC-B712-E3381D93788C}" presName="accentRepeatNode" presStyleLbl="solidFgAcc1" presStyleIdx="2" presStyleCnt="4"/>
      <dgm:spPr/>
    </dgm:pt>
    <dgm:pt modelId="{474A322C-BD64-425B-803E-AE775AE6B586}" type="pres">
      <dgm:prSet presAssocID="{583FAF00-E243-4B42-ADC9-FCA48D3D6F5B}" presName="text_4" presStyleLbl="node1" presStyleIdx="3" presStyleCnt="4">
        <dgm:presLayoutVars>
          <dgm:bulletEnabled val="1"/>
        </dgm:presLayoutVars>
      </dgm:prSet>
      <dgm:spPr/>
    </dgm:pt>
    <dgm:pt modelId="{0D69ED70-C4B2-416D-A18C-B278EFC7C27B}" type="pres">
      <dgm:prSet presAssocID="{583FAF00-E243-4B42-ADC9-FCA48D3D6F5B}" presName="accent_4" presStyleCnt="0"/>
      <dgm:spPr/>
    </dgm:pt>
    <dgm:pt modelId="{2ECAA5F7-2632-4BDD-BA08-FD087286478D}" type="pres">
      <dgm:prSet presAssocID="{583FAF00-E243-4B42-ADC9-FCA48D3D6F5B}" presName="accentRepeatNode" presStyleLbl="solidFgAcc1" presStyleIdx="3" presStyleCnt="4"/>
      <dgm:spPr/>
    </dgm:pt>
  </dgm:ptLst>
  <dgm:cxnLst>
    <dgm:cxn modelId="{E66A8D2A-8F7B-4F54-8E70-859699AFE099}" type="presOf" srcId="{583FAF00-E243-4B42-ADC9-FCA48D3D6F5B}" destId="{474A322C-BD64-425B-803E-AE775AE6B586}" srcOrd="0" destOrd="0" presId="urn:microsoft.com/office/officeart/2008/layout/VerticalCurvedList"/>
    <dgm:cxn modelId="{663CA64A-ACEE-458E-BCA3-293A431E0FBD}" srcId="{4E5EF8AC-A7CB-46BE-8B0E-478907A7A555}" destId="{27B97079-52D5-40EC-B712-E3381D93788C}" srcOrd="2" destOrd="0" parTransId="{7CAF0A31-A95D-4342-A741-94ACE3621877}" sibTransId="{22D92676-4638-4134-9F90-F92E377891AB}"/>
    <dgm:cxn modelId="{D2A5304D-012A-44EB-9F47-8570719F0446}" srcId="{4E5EF8AC-A7CB-46BE-8B0E-478907A7A555}" destId="{1A5CAF4E-B9DE-48F8-85CA-B129E1220AA4}" srcOrd="1" destOrd="0" parTransId="{DB408563-3F66-4FBA-A683-F4EA8D097189}" sibTransId="{B824A7F0-6B66-4522-8A5F-E6CA39FC31C6}"/>
    <dgm:cxn modelId="{2BB94F4F-7B61-44F9-9AAF-1EC7235F2718}" srcId="{4E5EF8AC-A7CB-46BE-8B0E-478907A7A555}" destId="{583FAF00-E243-4B42-ADC9-FCA48D3D6F5B}" srcOrd="3" destOrd="0" parTransId="{32A8F63D-3327-4C27-9A77-2E00ADF5DA5B}" sibTransId="{43504A49-FB0A-408C-AC2E-02E23D6F0AAC}"/>
    <dgm:cxn modelId="{D9AC4C74-57AE-4CFC-BCD6-C096498CF7C9}" type="presOf" srcId="{1A5CAF4E-B9DE-48F8-85CA-B129E1220AA4}" destId="{54A66FAC-F33E-4D35-BEBB-7728DDB0E473}" srcOrd="0" destOrd="0" presId="urn:microsoft.com/office/officeart/2008/layout/VerticalCurvedList"/>
    <dgm:cxn modelId="{7AFEB678-EF00-450E-B871-BE1AB17B66B7}" type="presOf" srcId="{4E5EF8AC-A7CB-46BE-8B0E-478907A7A555}" destId="{188D0CDA-A22F-45D1-8D5E-69FD5D699FC2}" srcOrd="0" destOrd="0" presId="urn:microsoft.com/office/officeart/2008/layout/VerticalCurvedList"/>
    <dgm:cxn modelId="{672FE280-DF3D-491A-99E4-813FD3AFBA84}" type="presOf" srcId="{A36D6A8C-E99B-48A3-BC44-8A7EC27BF384}" destId="{604F4902-7A8D-4C15-BD33-6FFF9D19364F}" srcOrd="0" destOrd="0" presId="urn:microsoft.com/office/officeart/2008/layout/VerticalCurvedList"/>
    <dgm:cxn modelId="{3AE0D688-79A9-452E-872B-18623EA9D95B}" type="presOf" srcId="{27B97079-52D5-40EC-B712-E3381D93788C}" destId="{E83BC58D-89E1-4429-94D5-4036979E28D7}" srcOrd="0" destOrd="0" presId="urn:microsoft.com/office/officeart/2008/layout/VerticalCurvedList"/>
    <dgm:cxn modelId="{F338B1A6-91A4-429C-B596-FD810A7D56DE}" srcId="{4E5EF8AC-A7CB-46BE-8B0E-478907A7A555}" destId="{A36D6A8C-E99B-48A3-BC44-8A7EC27BF384}" srcOrd="0" destOrd="0" parTransId="{A30765F6-8193-4A41-A8D3-1F2292EFFDEB}" sibTransId="{3D918557-F552-4F4C-BD82-45338B889820}"/>
    <dgm:cxn modelId="{1B795CB1-31B4-477A-96E8-1C6B0082EFC8}" type="presOf" srcId="{3D918557-F552-4F4C-BD82-45338B889820}" destId="{EAEB3158-AAC6-483F-94DA-CEEAC2177FE8}" srcOrd="0" destOrd="0" presId="urn:microsoft.com/office/officeart/2008/layout/VerticalCurvedList"/>
    <dgm:cxn modelId="{7CF2B433-07A0-4D52-8365-6CF1B7E0FA7B}" type="presParOf" srcId="{188D0CDA-A22F-45D1-8D5E-69FD5D699FC2}" destId="{25801749-7DAE-4A16-9167-422C33F6C2A1}" srcOrd="0" destOrd="0" presId="urn:microsoft.com/office/officeart/2008/layout/VerticalCurvedList"/>
    <dgm:cxn modelId="{60B180CE-1C65-40FC-9A92-31DFCD03FF89}" type="presParOf" srcId="{25801749-7DAE-4A16-9167-422C33F6C2A1}" destId="{4A2FBB8A-9020-42BF-8E09-59A0E510E31C}" srcOrd="0" destOrd="0" presId="urn:microsoft.com/office/officeart/2008/layout/VerticalCurvedList"/>
    <dgm:cxn modelId="{8960B6B0-D82A-4A88-AF9E-B06ABBFB9706}" type="presParOf" srcId="{4A2FBB8A-9020-42BF-8E09-59A0E510E31C}" destId="{6E66BCE9-E468-43F6-BDAF-DD2D8A3907FF}" srcOrd="0" destOrd="0" presId="urn:microsoft.com/office/officeart/2008/layout/VerticalCurvedList"/>
    <dgm:cxn modelId="{71DA7B8D-C2FD-4765-AB89-E5B548993F52}" type="presParOf" srcId="{4A2FBB8A-9020-42BF-8E09-59A0E510E31C}" destId="{EAEB3158-AAC6-483F-94DA-CEEAC2177FE8}" srcOrd="1" destOrd="0" presId="urn:microsoft.com/office/officeart/2008/layout/VerticalCurvedList"/>
    <dgm:cxn modelId="{BBB4F67C-C361-436D-A749-DB52394F2E54}" type="presParOf" srcId="{4A2FBB8A-9020-42BF-8E09-59A0E510E31C}" destId="{09AB9EB7-4068-4BCE-B1BF-448E9BB5812E}" srcOrd="2" destOrd="0" presId="urn:microsoft.com/office/officeart/2008/layout/VerticalCurvedList"/>
    <dgm:cxn modelId="{05D0B24D-A7E7-4114-A34F-9B4A8CB8EC57}" type="presParOf" srcId="{4A2FBB8A-9020-42BF-8E09-59A0E510E31C}" destId="{E3E9CA59-E0B1-4C9E-AE51-30498E75B45E}" srcOrd="3" destOrd="0" presId="urn:microsoft.com/office/officeart/2008/layout/VerticalCurvedList"/>
    <dgm:cxn modelId="{BA1AB13E-DCFC-4E8E-8081-5BC0E7DF376C}" type="presParOf" srcId="{25801749-7DAE-4A16-9167-422C33F6C2A1}" destId="{604F4902-7A8D-4C15-BD33-6FFF9D19364F}" srcOrd="1" destOrd="0" presId="urn:microsoft.com/office/officeart/2008/layout/VerticalCurvedList"/>
    <dgm:cxn modelId="{6CA10631-878F-4F02-A79C-E143449E9C6A}" type="presParOf" srcId="{25801749-7DAE-4A16-9167-422C33F6C2A1}" destId="{D2CE02E3-0872-4C72-805C-8F9E65F2BFE7}" srcOrd="2" destOrd="0" presId="urn:microsoft.com/office/officeart/2008/layout/VerticalCurvedList"/>
    <dgm:cxn modelId="{9EE9412B-BD60-4D74-89AD-EF8B1D68D616}" type="presParOf" srcId="{D2CE02E3-0872-4C72-805C-8F9E65F2BFE7}" destId="{2FAD2C0C-3481-4DDE-BA10-7CACD570B95E}" srcOrd="0" destOrd="0" presId="urn:microsoft.com/office/officeart/2008/layout/VerticalCurvedList"/>
    <dgm:cxn modelId="{5976F70F-1138-4E4C-974C-C068475EACF6}" type="presParOf" srcId="{25801749-7DAE-4A16-9167-422C33F6C2A1}" destId="{54A66FAC-F33E-4D35-BEBB-7728DDB0E473}" srcOrd="3" destOrd="0" presId="urn:microsoft.com/office/officeart/2008/layout/VerticalCurvedList"/>
    <dgm:cxn modelId="{8AEE9D98-A18B-4280-9559-8011F41F9D27}" type="presParOf" srcId="{25801749-7DAE-4A16-9167-422C33F6C2A1}" destId="{9E3E9044-C058-493C-B379-468F86BBC39F}" srcOrd="4" destOrd="0" presId="urn:microsoft.com/office/officeart/2008/layout/VerticalCurvedList"/>
    <dgm:cxn modelId="{2D66FAB1-CC83-411C-8D6C-B66C1E02685A}" type="presParOf" srcId="{9E3E9044-C058-493C-B379-468F86BBC39F}" destId="{43F00972-EBC9-4119-9A64-2ED2D06A5701}" srcOrd="0" destOrd="0" presId="urn:microsoft.com/office/officeart/2008/layout/VerticalCurvedList"/>
    <dgm:cxn modelId="{BBF506F6-CA89-4906-92DE-86F5C9FE0E83}" type="presParOf" srcId="{25801749-7DAE-4A16-9167-422C33F6C2A1}" destId="{E83BC58D-89E1-4429-94D5-4036979E28D7}" srcOrd="5" destOrd="0" presId="urn:microsoft.com/office/officeart/2008/layout/VerticalCurvedList"/>
    <dgm:cxn modelId="{BBB2DB98-71F3-4DF6-B9B4-5EA7AD768887}" type="presParOf" srcId="{25801749-7DAE-4A16-9167-422C33F6C2A1}" destId="{62D00447-B014-417D-9CB9-AF4846A077D7}" srcOrd="6" destOrd="0" presId="urn:microsoft.com/office/officeart/2008/layout/VerticalCurvedList"/>
    <dgm:cxn modelId="{273E478E-F64D-4EEF-9701-7E1AB4B19088}" type="presParOf" srcId="{62D00447-B014-417D-9CB9-AF4846A077D7}" destId="{374AF209-70D9-403A-875E-0D466415F8CF}" srcOrd="0" destOrd="0" presId="urn:microsoft.com/office/officeart/2008/layout/VerticalCurvedList"/>
    <dgm:cxn modelId="{6E4F84DE-51DE-4785-8B24-E1FB4B806FF3}" type="presParOf" srcId="{25801749-7DAE-4A16-9167-422C33F6C2A1}" destId="{474A322C-BD64-425B-803E-AE775AE6B586}" srcOrd="7" destOrd="0" presId="urn:microsoft.com/office/officeart/2008/layout/VerticalCurvedList"/>
    <dgm:cxn modelId="{3A4E8324-B26C-48B2-8CDA-A93A0C14DE3C}" type="presParOf" srcId="{25801749-7DAE-4A16-9167-422C33F6C2A1}" destId="{0D69ED70-C4B2-416D-A18C-B278EFC7C27B}" srcOrd="8" destOrd="0" presId="urn:microsoft.com/office/officeart/2008/layout/VerticalCurvedList"/>
    <dgm:cxn modelId="{1BA47245-4971-4B19-B30E-BE8A8C2B5E07}" type="presParOf" srcId="{0D69ED70-C4B2-416D-A18C-B278EFC7C27B}" destId="{2ECAA5F7-2632-4BDD-BA08-FD087286478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BAE407-6A7B-443A-BD02-5A5CC3BDC0A0}" type="doc">
      <dgm:prSet loTypeId="urn:microsoft.com/office/officeart/2005/8/layout/radial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64112F-166A-4D6C-8020-BB2AB52C5825}">
      <dgm:prSet phldrT="[Text]"/>
      <dgm:spPr/>
      <dgm:t>
        <a:bodyPr/>
        <a:lstStyle/>
        <a:p>
          <a:pPr>
            <a:buNone/>
          </a:pPr>
          <a:r>
            <a:rPr lang="ar-SA" dirty="0"/>
            <a:t>مقاييس النزعة المركزية</a:t>
          </a:r>
          <a:endParaRPr lang="en-US" dirty="0"/>
        </a:p>
      </dgm:t>
    </dgm:pt>
    <dgm:pt modelId="{99E79FE0-E38C-4C0C-A0E5-9746476E57D7}" type="parTrans" cxnId="{1A9F1142-4D29-4E43-8341-377ED0BE3875}">
      <dgm:prSet/>
      <dgm:spPr/>
      <dgm:t>
        <a:bodyPr/>
        <a:lstStyle/>
        <a:p>
          <a:endParaRPr lang="en-US"/>
        </a:p>
      </dgm:t>
    </dgm:pt>
    <dgm:pt modelId="{6CA52BA2-ADD9-491A-ABB6-9D9D960A16B1}" type="sibTrans" cxnId="{1A9F1142-4D29-4E43-8341-377ED0BE3875}">
      <dgm:prSet/>
      <dgm:spPr/>
      <dgm:t>
        <a:bodyPr/>
        <a:lstStyle/>
        <a:p>
          <a:endParaRPr lang="en-US"/>
        </a:p>
      </dgm:t>
    </dgm:pt>
    <dgm:pt modelId="{E9204EF7-859C-46DD-94F2-170BEEB8CB54}">
      <dgm:prSet phldrT="[Text]" phldr="0"/>
      <dgm:spPr/>
      <dgm:t>
        <a:bodyPr/>
        <a:lstStyle/>
        <a:p>
          <a:r>
            <a:rPr lang="en-US" dirty="0"/>
            <a:t>mean</a:t>
          </a:r>
        </a:p>
      </dgm:t>
    </dgm:pt>
    <dgm:pt modelId="{39D579F6-1DF3-4501-842C-6789D3C92822}" type="parTrans" cxnId="{856B465C-7221-42BB-8FB0-A9CA4676DDA3}">
      <dgm:prSet/>
      <dgm:spPr/>
      <dgm:t>
        <a:bodyPr/>
        <a:lstStyle/>
        <a:p>
          <a:endParaRPr lang="en-US"/>
        </a:p>
      </dgm:t>
    </dgm:pt>
    <dgm:pt modelId="{E3758838-36CF-41A7-A5DF-FBE13D3464B7}" type="sibTrans" cxnId="{856B465C-7221-42BB-8FB0-A9CA4676DDA3}">
      <dgm:prSet/>
      <dgm:spPr/>
      <dgm:t>
        <a:bodyPr/>
        <a:lstStyle/>
        <a:p>
          <a:endParaRPr lang="en-US"/>
        </a:p>
      </dgm:t>
    </dgm:pt>
    <dgm:pt modelId="{120D1ECE-FA34-4D1C-ADAA-A5A21E22B4B7}">
      <dgm:prSet phldrT="[Text]" phldr="0"/>
      <dgm:spPr/>
      <dgm:t>
        <a:bodyPr/>
        <a:lstStyle/>
        <a:p>
          <a:r>
            <a:rPr lang="en-US" dirty="0"/>
            <a:t>mode</a:t>
          </a:r>
        </a:p>
      </dgm:t>
    </dgm:pt>
    <dgm:pt modelId="{57510677-1DF3-47A8-9E12-EB8D349273AB}" type="parTrans" cxnId="{F01C4E5F-C406-4F21-B223-B74C56223347}">
      <dgm:prSet/>
      <dgm:spPr/>
      <dgm:t>
        <a:bodyPr/>
        <a:lstStyle/>
        <a:p>
          <a:endParaRPr lang="en-US"/>
        </a:p>
      </dgm:t>
    </dgm:pt>
    <dgm:pt modelId="{A21A6711-02C3-496E-BCA3-68CE2E461A11}" type="sibTrans" cxnId="{F01C4E5F-C406-4F21-B223-B74C56223347}">
      <dgm:prSet/>
      <dgm:spPr/>
      <dgm:t>
        <a:bodyPr/>
        <a:lstStyle/>
        <a:p>
          <a:endParaRPr lang="en-US"/>
        </a:p>
      </dgm:t>
    </dgm:pt>
    <dgm:pt modelId="{3B90B25A-4050-4644-9BE8-1EAF051BD3BC}">
      <dgm:prSet phldrT="[Text]" phldr="0"/>
      <dgm:spPr/>
      <dgm:t>
        <a:bodyPr/>
        <a:lstStyle/>
        <a:p>
          <a:r>
            <a:rPr lang="en-US" dirty="0"/>
            <a:t>median</a:t>
          </a:r>
        </a:p>
      </dgm:t>
    </dgm:pt>
    <dgm:pt modelId="{C725DB2A-70B7-4C9D-A846-9AF26B7E6D9E}" type="parTrans" cxnId="{7BF5104E-FBEC-4B71-85BD-4D37C8B16D2C}">
      <dgm:prSet/>
      <dgm:spPr/>
      <dgm:t>
        <a:bodyPr/>
        <a:lstStyle/>
        <a:p>
          <a:endParaRPr lang="en-US"/>
        </a:p>
      </dgm:t>
    </dgm:pt>
    <dgm:pt modelId="{83049939-347D-45D4-9168-88682F7DA388}" type="sibTrans" cxnId="{7BF5104E-FBEC-4B71-85BD-4D37C8B16D2C}">
      <dgm:prSet/>
      <dgm:spPr/>
      <dgm:t>
        <a:bodyPr/>
        <a:lstStyle/>
        <a:p>
          <a:endParaRPr lang="en-US"/>
        </a:p>
      </dgm:t>
    </dgm:pt>
    <dgm:pt modelId="{6465720C-BDB3-4D8D-9D82-EA67FCD26184}">
      <dgm:prSet phldrT="[Text]" phldr="1"/>
      <dgm:spPr/>
      <dgm:t>
        <a:bodyPr/>
        <a:lstStyle/>
        <a:p>
          <a:endParaRPr lang="en-US" dirty="0"/>
        </a:p>
      </dgm:t>
    </dgm:pt>
    <dgm:pt modelId="{1ED124F5-BA49-4E2B-9364-C5F508F519D5}" type="parTrans" cxnId="{560754A3-C897-4183-8089-F860B9D1FC03}">
      <dgm:prSet/>
      <dgm:spPr/>
      <dgm:t>
        <a:bodyPr/>
        <a:lstStyle/>
        <a:p>
          <a:endParaRPr lang="en-US"/>
        </a:p>
      </dgm:t>
    </dgm:pt>
    <dgm:pt modelId="{2F7546A7-DEB4-48D6-9EC9-F316F6E73A23}" type="sibTrans" cxnId="{560754A3-C897-4183-8089-F860B9D1FC03}">
      <dgm:prSet/>
      <dgm:spPr/>
      <dgm:t>
        <a:bodyPr/>
        <a:lstStyle/>
        <a:p>
          <a:endParaRPr lang="en-US"/>
        </a:p>
      </dgm:t>
    </dgm:pt>
    <dgm:pt modelId="{261834A2-4C46-4879-998F-7055353276F3}" type="pres">
      <dgm:prSet presAssocID="{7FBAE407-6A7B-443A-BD02-5A5CC3BDC0A0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EA4C3F8-50C5-4DC4-8A80-C9B360BE17BC}" type="pres">
      <dgm:prSet presAssocID="{6B64112F-166A-4D6C-8020-BB2AB52C5825}" presName="centerShape" presStyleLbl="node0" presStyleIdx="0" presStyleCnt="1"/>
      <dgm:spPr/>
    </dgm:pt>
    <dgm:pt modelId="{5B2476CC-3A20-405E-B449-DFE74B4D92A5}" type="pres">
      <dgm:prSet presAssocID="{39D579F6-1DF3-4501-842C-6789D3C92822}" presName="Name9" presStyleLbl="parChTrans1D2" presStyleIdx="0" presStyleCnt="3"/>
      <dgm:spPr/>
    </dgm:pt>
    <dgm:pt modelId="{9C1E8866-A47C-4BA3-BAFD-E48E17AF80E8}" type="pres">
      <dgm:prSet presAssocID="{39D579F6-1DF3-4501-842C-6789D3C92822}" presName="connTx" presStyleLbl="parChTrans1D2" presStyleIdx="0" presStyleCnt="3"/>
      <dgm:spPr/>
    </dgm:pt>
    <dgm:pt modelId="{062542EF-48C6-439B-A507-2DEE2955F532}" type="pres">
      <dgm:prSet presAssocID="{E9204EF7-859C-46DD-94F2-170BEEB8CB54}" presName="node" presStyleLbl="node1" presStyleIdx="0" presStyleCnt="3">
        <dgm:presLayoutVars>
          <dgm:bulletEnabled val="1"/>
        </dgm:presLayoutVars>
      </dgm:prSet>
      <dgm:spPr/>
    </dgm:pt>
    <dgm:pt modelId="{E1235AA0-93A5-46FA-8683-DA159F014637}" type="pres">
      <dgm:prSet presAssocID="{57510677-1DF3-47A8-9E12-EB8D349273AB}" presName="Name9" presStyleLbl="parChTrans1D2" presStyleIdx="1" presStyleCnt="3"/>
      <dgm:spPr/>
    </dgm:pt>
    <dgm:pt modelId="{3412324F-DB02-473F-95D7-1D0ED2B7C3AB}" type="pres">
      <dgm:prSet presAssocID="{57510677-1DF3-47A8-9E12-EB8D349273AB}" presName="connTx" presStyleLbl="parChTrans1D2" presStyleIdx="1" presStyleCnt="3"/>
      <dgm:spPr/>
    </dgm:pt>
    <dgm:pt modelId="{D6DB1BAA-222E-44FE-9338-979A442AD676}" type="pres">
      <dgm:prSet presAssocID="{120D1ECE-FA34-4D1C-ADAA-A5A21E22B4B7}" presName="node" presStyleLbl="node1" presStyleIdx="1" presStyleCnt="3">
        <dgm:presLayoutVars>
          <dgm:bulletEnabled val="1"/>
        </dgm:presLayoutVars>
      </dgm:prSet>
      <dgm:spPr/>
    </dgm:pt>
    <dgm:pt modelId="{79EC46B1-EC91-4E2D-8E86-89A2490053BA}" type="pres">
      <dgm:prSet presAssocID="{C725DB2A-70B7-4C9D-A846-9AF26B7E6D9E}" presName="Name9" presStyleLbl="parChTrans1D2" presStyleIdx="2" presStyleCnt="3"/>
      <dgm:spPr/>
    </dgm:pt>
    <dgm:pt modelId="{CB54078C-88C9-4F33-8E46-B5430EAB1690}" type="pres">
      <dgm:prSet presAssocID="{C725DB2A-70B7-4C9D-A846-9AF26B7E6D9E}" presName="connTx" presStyleLbl="parChTrans1D2" presStyleIdx="2" presStyleCnt="3"/>
      <dgm:spPr/>
    </dgm:pt>
    <dgm:pt modelId="{8D41571A-03D7-4FC0-9BCB-FEBB47CBB6D7}" type="pres">
      <dgm:prSet presAssocID="{3B90B25A-4050-4644-9BE8-1EAF051BD3BC}" presName="node" presStyleLbl="node1" presStyleIdx="2" presStyleCnt="3">
        <dgm:presLayoutVars>
          <dgm:bulletEnabled val="1"/>
        </dgm:presLayoutVars>
      </dgm:prSet>
      <dgm:spPr/>
    </dgm:pt>
  </dgm:ptLst>
  <dgm:cxnLst>
    <dgm:cxn modelId="{EC310817-337B-466D-8118-EEB5E53C2017}" type="presOf" srcId="{C725DB2A-70B7-4C9D-A846-9AF26B7E6D9E}" destId="{79EC46B1-EC91-4E2D-8E86-89A2490053BA}" srcOrd="0" destOrd="0" presId="urn:microsoft.com/office/officeart/2005/8/layout/radial1"/>
    <dgm:cxn modelId="{3395E420-760F-4A19-9E08-13AB70386968}" type="presOf" srcId="{39D579F6-1DF3-4501-842C-6789D3C92822}" destId="{9C1E8866-A47C-4BA3-BAFD-E48E17AF80E8}" srcOrd="1" destOrd="0" presId="urn:microsoft.com/office/officeart/2005/8/layout/radial1"/>
    <dgm:cxn modelId="{856B465C-7221-42BB-8FB0-A9CA4676DDA3}" srcId="{6B64112F-166A-4D6C-8020-BB2AB52C5825}" destId="{E9204EF7-859C-46DD-94F2-170BEEB8CB54}" srcOrd="0" destOrd="0" parTransId="{39D579F6-1DF3-4501-842C-6789D3C92822}" sibTransId="{E3758838-36CF-41A7-A5DF-FBE13D3464B7}"/>
    <dgm:cxn modelId="{F01C4E5F-C406-4F21-B223-B74C56223347}" srcId="{6B64112F-166A-4D6C-8020-BB2AB52C5825}" destId="{120D1ECE-FA34-4D1C-ADAA-A5A21E22B4B7}" srcOrd="1" destOrd="0" parTransId="{57510677-1DF3-47A8-9E12-EB8D349273AB}" sibTransId="{A21A6711-02C3-496E-BCA3-68CE2E461A11}"/>
    <dgm:cxn modelId="{1A9F1142-4D29-4E43-8341-377ED0BE3875}" srcId="{7FBAE407-6A7B-443A-BD02-5A5CC3BDC0A0}" destId="{6B64112F-166A-4D6C-8020-BB2AB52C5825}" srcOrd="0" destOrd="0" parTransId="{99E79FE0-E38C-4C0C-A0E5-9746476E57D7}" sibTransId="{6CA52BA2-ADD9-491A-ABB6-9D9D960A16B1}"/>
    <dgm:cxn modelId="{3D61D949-E500-4EE7-A3AD-D87AD19DB875}" type="presOf" srcId="{120D1ECE-FA34-4D1C-ADAA-A5A21E22B4B7}" destId="{D6DB1BAA-222E-44FE-9338-979A442AD676}" srcOrd="0" destOrd="0" presId="urn:microsoft.com/office/officeart/2005/8/layout/radial1"/>
    <dgm:cxn modelId="{E76B7C6A-9BA6-41B4-911A-73AA5317E54B}" type="presOf" srcId="{57510677-1DF3-47A8-9E12-EB8D349273AB}" destId="{3412324F-DB02-473F-95D7-1D0ED2B7C3AB}" srcOrd="1" destOrd="0" presId="urn:microsoft.com/office/officeart/2005/8/layout/radial1"/>
    <dgm:cxn modelId="{7BF5104E-FBEC-4B71-85BD-4D37C8B16D2C}" srcId="{6B64112F-166A-4D6C-8020-BB2AB52C5825}" destId="{3B90B25A-4050-4644-9BE8-1EAF051BD3BC}" srcOrd="2" destOrd="0" parTransId="{C725DB2A-70B7-4C9D-A846-9AF26B7E6D9E}" sibTransId="{83049939-347D-45D4-9168-88682F7DA388}"/>
    <dgm:cxn modelId="{00AA2873-271B-4CF5-9D0D-638FAE09FAD5}" type="presOf" srcId="{3B90B25A-4050-4644-9BE8-1EAF051BD3BC}" destId="{8D41571A-03D7-4FC0-9BCB-FEBB47CBB6D7}" srcOrd="0" destOrd="0" presId="urn:microsoft.com/office/officeart/2005/8/layout/radial1"/>
    <dgm:cxn modelId="{90A18F7F-86C8-4496-BC0B-6D8B588737A3}" type="presOf" srcId="{39D579F6-1DF3-4501-842C-6789D3C92822}" destId="{5B2476CC-3A20-405E-B449-DFE74B4D92A5}" srcOrd="0" destOrd="0" presId="urn:microsoft.com/office/officeart/2005/8/layout/radial1"/>
    <dgm:cxn modelId="{A9B3C491-B9CC-428C-9DD8-343210CF93BE}" type="presOf" srcId="{E9204EF7-859C-46DD-94F2-170BEEB8CB54}" destId="{062542EF-48C6-439B-A507-2DEE2955F532}" srcOrd="0" destOrd="0" presId="urn:microsoft.com/office/officeart/2005/8/layout/radial1"/>
    <dgm:cxn modelId="{A8364B9A-FDDD-4AD5-8A11-DD707DC28FB3}" type="presOf" srcId="{C725DB2A-70B7-4C9D-A846-9AF26B7E6D9E}" destId="{CB54078C-88C9-4F33-8E46-B5430EAB1690}" srcOrd="1" destOrd="0" presId="urn:microsoft.com/office/officeart/2005/8/layout/radial1"/>
    <dgm:cxn modelId="{43BD69A0-2C03-42D9-B691-7A3EACBC3EF0}" type="presOf" srcId="{57510677-1DF3-47A8-9E12-EB8D349273AB}" destId="{E1235AA0-93A5-46FA-8683-DA159F014637}" srcOrd="0" destOrd="0" presId="urn:microsoft.com/office/officeart/2005/8/layout/radial1"/>
    <dgm:cxn modelId="{560754A3-C897-4183-8089-F860B9D1FC03}" srcId="{7FBAE407-6A7B-443A-BD02-5A5CC3BDC0A0}" destId="{6465720C-BDB3-4D8D-9D82-EA67FCD26184}" srcOrd="1" destOrd="0" parTransId="{1ED124F5-BA49-4E2B-9364-C5F508F519D5}" sibTransId="{2F7546A7-DEB4-48D6-9EC9-F316F6E73A23}"/>
    <dgm:cxn modelId="{13C4F3F2-2EDF-4F73-A87F-C898979E806D}" type="presOf" srcId="{6B64112F-166A-4D6C-8020-BB2AB52C5825}" destId="{0EA4C3F8-50C5-4DC4-8A80-C9B360BE17BC}" srcOrd="0" destOrd="0" presId="urn:microsoft.com/office/officeart/2005/8/layout/radial1"/>
    <dgm:cxn modelId="{09C804F7-69F5-4ADC-B1C7-EF585FB301CD}" type="presOf" srcId="{7FBAE407-6A7B-443A-BD02-5A5CC3BDC0A0}" destId="{261834A2-4C46-4879-998F-7055353276F3}" srcOrd="0" destOrd="0" presId="urn:microsoft.com/office/officeart/2005/8/layout/radial1"/>
    <dgm:cxn modelId="{69B0F2F6-234A-4810-ACA2-E548ED002C02}" type="presParOf" srcId="{261834A2-4C46-4879-998F-7055353276F3}" destId="{0EA4C3F8-50C5-4DC4-8A80-C9B360BE17BC}" srcOrd="0" destOrd="0" presId="urn:microsoft.com/office/officeart/2005/8/layout/radial1"/>
    <dgm:cxn modelId="{2CABB2E7-C721-48A9-83B3-3610E9954EA8}" type="presParOf" srcId="{261834A2-4C46-4879-998F-7055353276F3}" destId="{5B2476CC-3A20-405E-B449-DFE74B4D92A5}" srcOrd="1" destOrd="0" presId="urn:microsoft.com/office/officeart/2005/8/layout/radial1"/>
    <dgm:cxn modelId="{7766BB9F-E381-490C-9B3B-07B963118318}" type="presParOf" srcId="{5B2476CC-3A20-405E-B449-DFE74B4D92A5}" destId="{9C1E8866-A47C-4BA3-BAFD-E48E17AF80E8}" srcOrd="0" destOrd="0" presId="urn:microsoft.com/office/officeart/2005/8/layout/radial1"/>
    <dgm:cxn modelId="{9F6C7C3B-B186-4A13-8454-C3F7ED3AC8B4}" type="presParOf" srcId="{261834A2-4C46-4879-998F-7055353276F3}" destId="{062542EF-48C6-439B-A507-2DEE2955F532}" srcOrd="2" destOrd="0" presId="urn:microsoft.com/office/officeart/2005/8/layout/radial1"/>
    <dgm:cxn modelId="{41100B49-5DE6-4B9B-930E-7EF29A44EAF0}" type="presParOf" srcId="{261834A2-4C46-4879-998F-7055353276F3}" destId="{E1235AA0-93A5-46FA-8683-DA159F014637}" srcOrd="3" destOrd="0" presId="urn:microsoft.com/office/officeart/2005/8/layout/radial1"/>
    <dgm:cxn modelId="{F3A4036E-1F6A-4AB9-A833-8746CC7E763D}" type="presParOf" srcId="{E1235AA0-93A5-46FA-8683-DA159F014637}" destId="{3412324F-DB02-473F-95D7-1D0ED2B7C3AB}" srcOrd="0" destOrd="0" presId="urn:microsoft.com/office/officeart/2005/8/layout/radial1"/>
    <dgm:cxn modelId="{0C65CD50-5524-4C6D-936A-CB3C0281BFDE}" type="presParOf" srcId="{261834A2-4C46-4879-998F-7055353276F3}" destId="{D6DB1BAA-222E-44FE-9338-979A442AD676}" srcOrd="4" destOrd="0" presId="urn:microsoft.com/office/officeart/2005/8/layout/radial1"/>
    <dgm:cxn modelId="{71899BAA-EA27-4819-9E57-F47766CEFCD3}" type="presParOf" srcId="{261834A2-4C46-4879-998F-7055353276F3}" destId="{79EC46B1-EC91-4E2D-8E86-89A2490053BA}" srcOrd="5" destOrd="0" presId="urn:microsoft.com/office/officeart/2005/8/layout/radial1"/>
    <dgm:cxn modelId="{167B0F7F-724D-4B3B-BDBC-03A0926C823D}" type="presParOf" srcId="{79EC46B1-EC91-4E2D-8E86-89A2490053BA}" destId="{CB54078C-88C9-4F33-8E46-B5430EAB1690}" srcOrd="0" destOrd="0" presId="urn:microsoft.com/office/officeart/2005/8/layout/radial1"/>
    <dgm:cxn modelId="{C9607D6A-F1C4-43C8-8CFE-79C05C201ED7}" type="presParOf" srcId="{261834A2-4C46-4879-998F-7055353276F3}" destId="{8D41571A-03D7-4FC0-9BCB-FEBB47CBB6D7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E7B0913-E5E9-4248-B8F9-E075D8DDFE37}" type="doc">
      <dgm:prSet loTypeId="urn:microsoft.com/office/officeart/2005/8/layout/radial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F32095-4C22-4D50-9075-20A94A785ECF}">
      <dgm:prSet phldrT="[Text]"/>
      <dgm:spPr/>
      <dgm:t>
        <a:bodyPr/>
        <a:lstStyle/>
        <a:p>
          <a:pPr>
            <a:buNone/>
          </a:pPr>
          <a:r>
            <a:rPr lang="ar-SA" dirty="0"/>
            <a:t>مقاييس التشتت</a:t>
          </a:r>
          <a:endParaRPr lang="en-US" dirty="0"/>
        </a:p>
      </dgm:t>
    </dgm:pt>
    <dgm:pt modelId="{A28E41FF-E28F-4175-A50D-2DD24A1F82E8}" type="parTrans" cxnId="{EB006746-6E42-4914-8F0D-1381E8F0F6A6}">
      <dgm:prSet/>
      <dgm:spPr/>
      <dgm:t>
        <a:bodyPr/>
        <a:lstStyle/>
        <a:p>
          <a:endParaRPr lang="en-US"/>
        </a:p>
      </dgm:t>
    </dgm:pt>
    <dgm:pt modelId="{BA329BC5-40DD-4F84-B591-420F47F1E5A6}" type="sibTrans" cxnId="{EB006746-6E42-4914-8F0D-1381E8F0F6A6}">
      <dgm:prSet/>
      <dgm:spPr/>
      <dgm:t>
        <a:bodyPr/>
        <a:lstStyle/>
        <a:p>
          <a:endParaRPr lang="en-US"/>
        </a:p>
      </dgm:t>
    </dgm:pt>
    <dgm:pt modelId="{858A83B1-0643-474E-9C8A-B5AFEA080605}">
      <dgm:prSet phldrT="[Text]" phldr="0"/>
      <dgm:spPr/>
      <dgm:t>
        <a:bodyPr/>
        <a:lstStyle/>
        <a:p>
          <a:r>
            <a:rPr lang="en-US" dirty="0"/>
            <a:t>range</a:t>
          </a:r>
        </a:p>
      </dgm:t>
    </dgm:pt>
    <dgm:pt modelId="{A3DF2E6D-B451-4DFF-AD43-7D2C436AEC9D}" type="parTrans" cxnId="{E8B90889-DB21-414D-B022-8F5207BAA1EA}">
      <dgm:prSet/>
      <dgm:spPr/>
      <dgm:t>
        <a:bodyPr/>
        <a:lstStyle/>
        <a:p>
          <a:endParaRPr lang="en-US"/>
        </a:p>
      </dgm:t>
    </dgm:pt>
    <dgm:pt modelId="{D401317D-F137-4EE9-9D62-D9FB122A9E23}" type="sibTrans" cxnId="{E8B90889-DB21-414D-B022-8F5207BAA1EA}">
      <dgm:prSet/>
      <dgm:spPr/>
      <dgm:t>
        <a:bodyPr/>
        <a:lstStyle/>
        <a:p>
          <a:endParaRPr lang="en-US"/>
        </a:p>
      </dgm:t>
    </dgm:pt>
    <dgm:pt modelId="{FC1E969C-65C3-4EF8-A4D8-16C7045082E0}">
      <dgm:prSet phldrT="[Text]" phldr="0"/>
      <dgm:spPr/>
      <dgm:t>
        <a:bodyPr/>
        <a:lstStyle/>
        <a:p>
          <a:r>
            <a:rPr lang="en-US"/>
            <a:t>Standard deviation</a:t>
          </a:r>
          <a:endParaRPr lang="en-US" dirty="0"/>
        </a:p>
      </dgm:t>
    </dgm:pt>
    <dgm:pt modelId="{F7B66864-B85D-452E-895D-4D7526B0AA62}" type="parTrans" cxnId="{89C7E02D-D451-4598-992F-D544BF7473A7}">
      <dgm:prSet/>
      <dgm:spPr/>
      <dgm:t>
        <a:bodyPr/>
        <a:lstStyle/>
        <a:p>
          <a:endParaRPr lang="en-US"/>
        </a:p>
      </dgm:t>
    </dgm:pt>
    <dgm:pt modelId="{BD075468-8FEE-4B2D-BE23-60827C7900DB}" type="sibTrans" cxnId="{89C7E02D-D451-4598-992F-D544BF7473A7}">
      <dgm:prSet/>
      <dgm:spPr/>
      <dgm:t>
        <a:bodyPr/>
        <a:lstStyle/>
        <a:p>
          <a:endParaRPr lang="en-US"/>
        </a:p>
      </dgm:t>
    </dgm:pt>
    <dgm:pt modelId="{0CD4CD3A-3659-40FD-9FD1-E2F715FD82AF}" type="pres">
      <dgm:prSet presAssocID="{9E7B0913-E5E9-4248-B8F9-E075D8DDFE37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64843AC-7817-4273-91FA-92F672B2CBCC}" type="pres">
      <dgm:prSet presAssocID="{5FF32095-4C22-4D50-9075-20A94A785ECF}" presName="centerShape" presStyleLbl="node0" presStyleIdx="0" presStyleCnt="1"/>
      <dgm:spPr/>
    </dgm:pt>
    <dgm:pt modelId="{B856C2A2-E85F-4F06-AC56-D6065F449593}" type="pres">
      <dgm:prSet presAssocID="{A3DF2E6D-B451-4DFF-AD43-7D2C436AEC9D}" presName="Name9" presStyleLbl="parChTrans1D2" presStyleIdx="0" presStyleCnt="2"/>
      <dgm:spPr/>
    </dgm:pt>
    <dgm:pt modelId="{9EF58D89-7B1E-4388-9C96-C2196F5DB49B}" type="pres">
      <dgm:prSet presAssocID="{A3DF2E6D-B451-4DFF-AD43-7D2C436AEC9D}" presName="connTx" presStyleLbl="parChTrans1D2" presStyleIdx="0" presStyleCnt="2"/>
      <dgm:spPr/>
    </dgm:pt>
    <dgm:pt modelId="{7DBAA9D7-5ACC-49D0-948A-DE74B11F335C}" type="pres">
      <dgm:prSet presAssocID="{858A83B1-0643-474E-9C8A-B5AFEA080605}" presName="node" presStyleLbl="node1" presStyleIdx="0" presStyleCnt="2">
        <dgm:presLayoutVars>
          <dgm:bulletEnabled val="1"/>
        </dgm:presLayoutVars>
      </dgm:prSet>
      <dgm:spPr/>
    </dgm:pt>
    <dgm:pt modelId="{71EB2C77-FCA8-4137-84B9-180E65CC606A}" type="pres">
      <dgm:prSet presAssocID="{F7B66864-B85D-452E-895D-4D7526B0AA62}" presName="Name9" presStyleLbl="parChTrans1D2" presStyleIdx="1" presStyleCnt="2"/>
      <dgm:spPr/>
    </dgm:pt>
    <dgm:pt modelId="{D8E6CBEE-7127-49F1-9982-2014A4C2CAA1}" type="pres">
      <dgm:prSet presAssocID="{F7B66864-B85D-452E-895D-4D7526B0AA62}" presName="connTx" presStyleLbl="parChTrans1D2" presStyleIdx="1" presStyleCnt="2"/>
      <dgm:spPr/>
    </dgm:pt>
    <dgm:pt modelId="{05E37274-5B0D-4DD9-8399-2B5786C81C8B}" type="pres">
      <dgm:prSet presAssocID="{FC1E969C-65C3-4EF8-A4D8-16C7045082E0}" presName="node" presStyleLbl="node1" presStyleIdx="1" presStyleCnt="2">
        <dgm:presLayoutVars>
          <dgm:bulletEnabled val="1"/>
        </dgm:presLayoutVars>
      </dgm:prSet>
      <dgm:spPr/>
    </dgm:pt>
  </dgm:ptLst>
  <dgm:cxnLst>
    <dgm:cxn modelId="{054F1C19-E860-4D1F-B042-4ECB0901D5A2}" type="presOf" srcId="{858A83B1-0643-474E-9C8A-B5AFEA080605}" destId="{7DBAA9D7-5ACC-49D0-948A-DE74B11F335C}" srcOrd="0" destOrd="0" presId="urn:microsoft.com/office/officeart/2005/8/layout/radial1"/>
    <dgm:cxn modelId="{9D7B4D28-439F-4E3B-A4CB-3BBCD51F98C2}" type="presOf" srcId="{A3DF2E6D-B451-4DFF-AD43-7D2C436AEC9D}" destId="{B856C2A2-E85F-4F06-AC56-D6065F449593}" srcOrd="0" destOrd="0" presId="urn:microsoft.com/office/officeart/2005/8/layout/radial1"/>
    <dgm:cxn modelId="{89C7E02D-D451-4598-992F-D544BF7473A7}" srcId="{5FF32095-4C22-4D50-9075-20A94A785ECF}" destId="{FC1E969C-65C3-4EF8-A4D8-16C7045082E0}" srcOrd="1" destOrd="0" parTransId="{F7B66864-B85D-452E-895D-4D7526B0AA62}" sibTransId="{BD075468-8FEE-4B2D-BE23-60827C7900DB}"/>
    <dgm:cxn modelId="{EB006746-6E42-4914-8F0D-1381E8F0F6A6}" srcId="{9E7B0913-E5E9-4248-B8F9-E075D8DDFE37}" destId="{5FF32095-4C22-4D50-9075-20A94A785ECF}" srcOrd="0" destOrd="0" parTransId="{A28E41FF-E28F-4175-A50D-2DD24A1F82E8}" sibTransId="{BA329BC5-40DD-4F84-B591-420F47F1E5A6}"/>
    <dgm:cxn modelId="{9D2DA275-40E6-44F4-96A1-B79F3924F4A7}" type="presOf" srcId="{5FF32095-4C22-4D50-9075-20A94A785ECF}" destId="{464843AC-7817-4273-91FA-92F672B2CBCC}" srcOrd="0" destOrd="0" presId="urn:microsoft.com/office/officeart/2005/8/layout/radial1"/>
    <dgm:cxn modelId="{69B2AB75-A7E5-469F-8B55-7E1FC978DD15}" type="presOf" srcId="{F7B66864-B85D-452E-895D-4D7526B0AA62}" destId="{71EB2C77-FCA8-4137-84B9-180E65CC606A}" srcOrd="0" destOrd="0" presId="urn:microsoft.com/office/officeart/2005/8/layout/radial1"/>
    <dgm:cxn modelId="{E8B90889-DB21-414D-B022-8F5207BAA1EA}" srcId="{5FF32095-4C22-4D50-9075-20A94A785ECF}" destId="{858A83B1-0643-474E-9C8A-B5AFEA080605}" srcOrd="0" destOrd="0" parTransId="{A3DF2E6D-B451-4DFF-AD43-7D2C436AEC9D}" sibTransId="{D401317D-F137-4EE9-9D62-D9FB122A9E23}"/>
    <dgm:cxn modelId="{B77D1C9C-F9B0-41B5-BA4C-89E9A1E825D8}" type="presOf" srcId="{A3DF2E6D-B451-4DFF-AD43-7D2C436AEC9D}" destId="{9EF58D89-7B1E-4388-9C96-C2196F5DB49B}" srcOrd="1" destOrd="0" presId="urn:microsoft.com/office/officeart/2005/8/layout/radial1"/>
    <dgm:cxn modelId="{4CA499A3-1952-4F06-8D96-465E66BDE375}" type="presOf" srcId="{9E7B0913-E5E9-4248-B8F9-E075D8DDFE37}" destId="{0CD4CD3A-3659-40FD-9FD1-E2F715FD82AF}" srcOrd="0" destOrd="0" presId="urn:microsoft.com/office/officeart/2005/8/layout/radial1"/>
    <dgm:cxn modelId="{62A641B5-725D-4E00-AE6D-683BB172B41A}" type="presOf" srcId="{F7B66864-B85D-452E-895D-4D7526B0AA62}" destId="{D8E6CBEE-7127-49F1-9982-2014A4C2CAA1}" srcOrd="1" destOrd="0" presId="urn:microsoft.com/office/officeart/2005/8/layout/radial1"/>
    <dgm:cxn modelId="{7B7B15D6-F9AA-4920-BB0E-DCA051107A2C}" type="presOf" srcId="{FC1E969C-65C3-4EF8-A4D8-16C7045082E0}" destId="{05E37274-5B0D-4DD9-8399-2B5786C81C8B}" srcOrd="0" destOrd="0" presId="urn:microsoft.com/office/officeart/2005/8/layout/radial1"/>
    <dgm:cxn modelId="{0BBF54F6-B3E2-437A-9D46-1BC0BB960D86}" type="presParOf" srcId="{0CD4CD3A-3659-40FD-9FD1-E2F715FD82AF}" destId="{464843AC-7817-4273-91FA-92F672B2CBCC}" srcOrd="0" destOrd="0" presId="urn:microsoft.com/office/officeart/2005/8/layout/radial1"/>
    <dgm:cxn modelId="{E2FF436E-4F66-455F-BABD-FE2E708A020C}" type="presParOf" srcId="{0CD4CD3A-3659-40FD-9FD1-E2F715FD82AF}" destId="{B856C2A2-E85F-4F06-AC56-D6065F449593}" srcOrd="1" destOrd="0" presId="urn:microsoft.com/office/officeart/2005/8/layout/radial1"/>
    <dgm:cxn modelId="{9BF0C9D2-6695-4C3A-AFFA-2412FEFAD242}" type="presParOf" srcId="{B856C2A2-E85F-4F06-AC56-D6065F449593}" destId="{9EF58D89-7B1E-4388-9C96-C2196F5DB49B}" srcOrd="0" destOrd="0" presId="urn:microsoft.com/office/officeart/2005/8/layout/radial1"/>
    <dgm:cxn modelId="{069048EB-A8AF-496E-BF94-E58BC920B7EF}" type="presParOf" srcId="{0CD4CD3A-3659-40FD-9FD1-E2F715FD82AF}" destId="{7DBAA9D7-5ACC-49D0-948A-DE74B11F335C}" srcOrd="2" destOrd="0" presId="urn:microsoft.com/office/officeart/2005/8/layout/radial1"/>
    <dgm:cxn modelId="{A31C7730-4E46-4A87-B361-65B44DD8CA45}" type="presParOf" srcId="{0CD4CD3A-3659-40FD-9FD1-E2F715FD82AF}" destId="{71EB2C77-FCA8-4137-84B9-180E65CC606A}" srcOrd="3" destOrd="0" presId="urn:microsoft.com/office/officeart/2005/8/layout/radial1"/>
    <dgm:cxn modelId="{F44883EE-4DDD-4E25-B143-D1AB4AA91CF0}" type="presParOf" srcId="{71EB2C77-FCA8-4137-84B9-180E65CC606A}" destId="{D8E6CBEE-7127-49F1-9982-2014A4C2CAA1}" srcOrd="0" destOrd="0" presId="urn:microsoft.com/office/officeart/2005/8/layout/radial1"/>
    <dgm:cxn modelId="{C215835B-B13B-4A55-A2D3-30024CE8AB68}" type="presParOf" srcId="{0CD4CD3A-3659-40FD-9FD1-E2F715FD82AF}" destId="{05E37274-5B0D-4DD9-8399-2B5786C81C8B}" srcOrd="4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FD7927C-4B00-420A-857C-ADD123DE5FC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FC294DD-8A68-4416-9AE5-9736D0771785}">
      <dgm:prSet phldrT="[Text]" phldr="0"/>
      <dgm:spPr/>
      <dgm:t>
        <a:bodyPr/>
        <a:lstStyle/>
        <a:p>
          <a:r>
            <a:rPr lang="en-US" dirty="0"/>
            <a:t>Ceiling effect</a:t>
          </a:r>
        </a:p>
      </dgm:t>
    </dgm:pt>
    <dgm:pt modelId="{441B44D1-ACB0-4DE8-A859-A5685AC5778A}" type="parTrans" cxnId="{BFA1619A-B429-4188-A85D-F6EDE6CE45CC}">
      <dgm:prSet/>
      <dgm:spPr/>
      <dgm:t>
        <a:bodyPr/>
        <a:lstStyle/>
        <a:p>
          <a:endParaRPr lang="en-US"/>
        </a:p>
      </dgm:t>
    </dgm:pt>
    <dgm:pt modelId="{62F5F361-F9C7-4922-847C-59AE03751132}" type="sibTrans" cxnId="{BFA1619A-B429-4188-A85D-F6EDE6CE45CC}">
      <dgm:prSet/>
      <dgm:spPr/>
      <dgm:t>
        <a:bodyPr/>
        <a:lstStyle/>
        <a:p>
          <a:endParaRPr lang="en-US"/>
        </a:p>
      </dgm:t>
    </dgm:pt>
    <dgm:pt modelId="{1EC7F6EB-C86E-42E2-822C-6F86EBEDA939}">
      <dgm:prSet phldrT="[Text]" phldr="0"/>
      <dgm:spPr/>
      <dgm:t>
        <a:bodyPr/>
        <a:lstStyle/>
        <a:p>
          <a:r>
            <a:rPr lang="en-US" dirty="0"/>
            <a:t>High mean</a:t>
          </a:r>
        </a:p>
      </dgm:t>
    </dgm:pt>
    <dgm:pt modelId="{529381B1-F16E-411A-88E9-8BB400E93B1D}" type="parTrans" cxnId="{9D1B9733-7E2B-423B-8B93-B1BD1E78C66B}">
      <dgm:prSet/>
      <dgm:spPr/>
      <dgm:t>
        <a:bodyPr/>
        <a:lstStyle/>
        <a:p>
          <a:endParaRPr lang="en-US"/>
        </a:p>
      </dgm:t>
    </dgm:pt>
    <dgm:pt modelId="{3813E573-2D08-43CA-900A-FA55FE789C8E}" type="sibTrans" cxnId="{9D1B9733-7E2B-423B-8B93-B1BD1E78C66B}">
      <dgm:prSet/>
      <dgm:spPr/>
      <dgm:t>
        <a:bodyPr/>
        <a:lstStyle/>
        <a:p>
          <a:endParaRPr lang="en-US"/>
        </a:p>
      </dgm:t>
    </dgm:pt>
    <dgm:pt modelId="{C192D630-6729-4EC6-88CC-66F35E46A573}">
      <dgm:prSet phldrT="[Text]" phldr="0"/>
      <dgm:spPr/>
      <dgm:t>
        <a:bodyPr/>
        <a:lstStyle/>
        <a:p>
          <a:r>
            <a:rPr lang="en-US" dirty="0"/>
            <a:t>Low </a:t>
          </a:r>
          <a:r>
            <a:rPr lang="en-US" dirty="0" err="1"/>
            <a:t>sd</a:t>
          </a:r>
          <a:r>
            <a:rPr lang="en-US" dirty="0"/>
            <a:t> </a:t>
          </a:r>
        </a:p>
      </dgm:t>
    </dgm:pt>
    <dgm:pt modelId="{08999D72-2167-462C-9BE8-5C8691E095C9}" type="parTrans" cxnId="{973086E5-C377-47C5-BB08-FD88494C2313}">
      <dgm:prSet/>
      <dgm:spPr/>
      <dgm:t>
        <a:bodyPr/>
        <a:lstStyle/>
        <a:p>
          <a:endParaRPr lang="en-US"/>
        </a:p>
      </dgm:t>
    </dgm:pt>
    <dgm:pt modelId="{C3B6D674-482F-4EEA-AAD5-B77AE1D072F5}" type="sibTrans" cxnId="{973086E5-C377-47C5-BB08-FD88494C2313}">
      <dgm:prSet/>
      <dgm:spPr/>
      <dgm:t>
        <a:bodyPr/>
        <a:lstStyle/>
        <a:p>
          <a:endParaRPr lang="en-US"/>
        </a:p>
      </dgm:t>
    </dgm:pt>
    <dgm:pt modelId="{C09EE048-8D9E-4083-B1A1-15519F0C7A7E}">
      <dgm:prSet phldrT="[Text]" phldr="0"/>
      <dgm:spPr/>
      <dgm:t>
        <a:bodyPr/>
        <a:lstStyle/>
        <a:p>
          <a:r>
            <a:rPr lang="en-US" dirty="0"/>
            <a:t>Floor effect</a:t>
          </a:r>
        </a:p>
      </dgm:t>
    </dgm:pt>
    <dgm:pt modelId="{6E9CF390-0A3B-4BC5-9BAE-13FE254A4425}" type="parTrans" cxnId="{49E6D87A-E76C-4AC4-9029-19DBCB44542C}">
      <dgm:prSet/>
      <dgm:spPr/>
      <dgm:t>
        <a:bodyPr/>
        <a:lstStyle/>
        <a:p>
          <a:endParaRPr lang="en-US"/>
        </a:p>
      </dgm:t>
    </dgm:pt>
    <dgm:pt modelId="{7C2C1EC3-E98A-4ECD-9F2C-AA47448A5289}" type="sibTrans" cxnId="{49E6D87A-E76C-4AC4-9029-19DBCB44542C}">
      <dgm:prSet/>
      <dgm:spPr/>
      <dgm:t>
        <a:bodyPr/>
        <a:lstStyle/>
        <a:p>
          <a:endParaRPr lang="en-US"/>
        </a:p>
      </dgm:t>
    </dgm:pt>
    <dgm:pt modelId="{FF070A11-32CF-45CC-89CC-90CFEF2FA9F2}">
      <dgm:prSet phldrT="[Text]" phldr="0"/>
      <dgm:spPr/>
      <dgm:t>
        <a:bodyPr/>
        <a:lstStyle/>
        <a:p>
          <a:r>
            <a:rPr lang="en-US" dirty="0"/>
            <a:t>Low mean</a:t>
          </a:r>
        </a:p>
      </dgm:t>
    </dgm:pt>
    <dgm:pt modelId="{356EE296-E528-4A6F-8732-379B492370AA}" type="parTrans" cxnId="{FECE7F34-B8D3-4AB4-8592-65D5444A7CBA}">
      <dgm:prSet/>
      <dgm:spPr/>
      <dgm:t>
        <a:bodyPr/>
        <a:lstStyle/>
        <a:p>
          <a:endParaRPr lang="en-US"/>
        </a:p>
      </dgm:t>
    </dgm:pt>
    <dgm:pt modelId="{6A5E299B-F420-41CB-8C66-ACF88357623F}" type="sibTrans" cxnId="{FECE7F34-B8D3-4AB4-8592-65D5444A7CBA}">
      <dgm:prSet/>
      <dgm:spPr/>
      <dgm:t>
        <a:bodyPr/>
        <a:lstStyle/>
        <a:p>
          <a:endParaRPr lang="en-US"/>
        </a:p>
      </dgm:t>
    </dgm:pt>
    <dgm:pt modelId="{7E874C65-C2C1-4FE3-8939-FE75D881C0DE}">
      <dgm:prSet phldrT="[Text]" phldr="0"/>
      <dgm:spPr/>
      <dgm:t>
        <a:bodyPr/>
        <a:lstStyle/>
        <a:p>
          <a:r>
            <a:rPr lang="ar-LB" dirty="0"/>
            <a:t>الأسئلة صعبة</a:t>
          </a:r>
          <a:endParaRPr lang="en-US" dirty="0"/>
        </a:p>
      </dgm:t>
    </dgm:pt>
    <dgm:pt modelId="{A3554FA7-FA4E-45EF-BA99-CCE0E646B012}" type="parTrans" cxnId="{3D86FB56-09DD-4D0E-AADD-05479B952498}">
      <dgm:prSet/>
      <dgm:spPr/>
      <dgm:t>
        <a:bodyPr/>
        <a:lstStyle/>
        <a:p>
          <a:endParaRPr lang="en-US"/>
        </a:p>
      </dgm:t>
    </dgm:pt>
    <dgm:pt modelId="{FB56B878-AF0F-4E09-87A0-D5BFCB156D74}" type="sibTrans" cxnId="{3D86FB56-09DD-4D0E-AADD-05479B952498}">
      <dgm:prSet/>
      <dgm:spPr/>
      <dgm:t>
        <a:bodyPr/>
        <a:lstStyle/>
        <a:p>
          <a:endParaRPr lang="en-US"/>
        </a:p>
      </dgm:t>
    </dgm:pt>
    <dgm:pt modelId="{EBAF2C1A-ECD0-4968-BF18-2F7D30ADADD9}">
      <dgm:prSet phldrT="[Text]" phldr="0"/>
      <dgm:spPr/>
      <dgm:t>
        <a:bodyPr/>
        <a:lstStyle/>
        <a:p>
          <a:r>
            <a:rPr lang="ar-LB"/>
            <a:t>الأسئلة سهلة</a:t>
          </a:r>
          <a:endParaRPr lang="en-US" dirty="0"/>
        </a:p>
      </dgm:t>
    </dgm:pt>
    <dgm:pt modelId="{D33F1C10-AB54-45AC-9765-12D0BB675B30}" type="parTrans" cxnId="{398DDF91-D313-4995-AE66-1FF800EC89EA}">
      <dgm:prSet/>
      <dgm:spPr/>
      <dgm:t>
        <a:bodyPr/>
        <a:lstStyle/>
        <a:p>
          <a:endParaRPr lang="en-US"/>
        </a:p>
      </dgm:t>
    </dgm:pt>
    <dgm:pt modelId="{4A01AD04-13D3-437C-AC1D-EDDD4D775A3F}" type="sibTrans" cxnId="{398DDF91-D313-4995-AE66-1FF800EC89EA}">
      <dgm:prSet/>
      <dgm:spPr/>
      <dgm:t>
        <a:bodyPr/>
        <a:lstStyle/>
        <a:p>
          <a:endParaRPr lang="en-US"/>
        </a:p>
      </dgm:t>
    </dgm:pt>
    <dgm:pt modelId="{63B437E1-885E-490A-BC9C-7CA0B9CA5D28}">
      <dgm:prSet phldrT="[Text]" phldr="0"/>
      <dgm:spPr/>
      <dgm:t>
        <a:bodyPr/>
        <a:lstStyle/>
        <a:p>
          <a:r>
            <a:rPr lang="ar-LB" dirty="0"/>
            <a:t>نقص أسئلة التحليل</a:t>
          </a:r>
          <a:endParaRPr lang="en-US" dirty="0"/>
        </a:p>
      </dgm:t>
    </dgm:pt>
    <dgm:pt modelId="{AF5E9F64-8475-4CAB-82A7-E68B4A5EE45D}" type="parTrans" cxnId="{16827E13-4C4B-4B2B-A353-18CE88056D3F}">
      <dgm:prSet/>
      <dgm:spPr/>
      <dgm:t>
        <a:bodyPr/>
        <a:lstStyle/>
        <a:p>
          <a:endParaRPr lang="en-US"/>
        </a:p>
      </dgm:t>
    </dgm:pt>
    <dgm:pt modelId="{3F49A9AA-BB61-437B-9F3D-77129ACEF4F0}" type="sibTrans" cxnId="{16827E13-4C4B-4B2B-A353-18CE88056D3F}">
      <dgm:prSet/>
      <dgm:spPr/>
      <dgm:t>
        <a:bodyPr/>
        <a:lstStyle/>
        <a:p>
          <a:endParaRPr lang="en-US"/>
        </a:p>
      </dgm:t>
    </dgm:pt>
    <dgm:pt modelId="{453963DE-DAF4-47E8-B55B-5D76373A74BD}">
      <dgm:prSet phldrT="[Text]" phldr="0"/>
      <dgm:spPr/>
      <dgm:t>
        <a:bodyPr/>
        <a:lstStyle/>
        <a:p>
          <a:r>
            <a:rPr lang="ar-LB"/>
            <a:t>عدم تمييز الطلاب</a:t>
          </a:r>
          <a:endParaRPr lang="en-US" dirty="0"/>
        </a:p>
      </dgm:t>
    </dgm:pt>
    <dgm:pt modelId="{9B478ED2-5AA4-4247-9735-51DAD5857D8D}" type="parTrans" cxnId="{97F9591E-31EB-4D86-BA44-6A988B8B1966}">
      <dgm:prSet/>
      <dgm:spPr/>
      <dgm:t>
        <a:bodyPr/>
        <a:lstStyle/>
        <a:p>
          <a:endParaRPr lang="en-US"/>
        </a:p>
      </dgm:t>
    </dgm:pt>
    <dgm:pt modelId="{DE3B4F9E-1313-4FE0-AA83-B4750E066A46}" type="sibTrans" cxnId="{97F9591E-31EB-4D86-BA44-6A988B8B1966}">
      <dgm:prSet/>
      <dgm:spPr/>
      <dgm:t>
        <a:bodyPr/>
        <a:lstStyle/>
        <a:p>
          <a:endParaRPr lang="en-US"/>
        </a:p>
      </dgm:t>
    </dgm:pt>
    <dgm:pt modelId="{1F57E430-225A-43CD-BC6B-447F6D7A18E1}">
      <dgm:prSet phldrT="[Text]" phldr="0"/>
      <dgm:spPr/>
      <dgm:t>
        <a:bodyPr/>
        <a:lstStyle/>
        <a:p>
          <a:r>
            <a:rPr lang="en-US" dirty="0"/>
            <a:t>High or low </a:t>
          </a:r>
          <a:r>
            <a:rPr lang="en-US" dirty="0" err="1"/>
            <a:t>sd</a:t>
          </a:r>
          <a:endParaRPr lang="en-US" dirty="0"/>
        </a:p>
      </dgm:t>
    </dgm:pt>
    <dgm:pt modelId="{58C9A8B1-600A-4B68-A88C-58C40804770C}" type="parTrans" cxnId="{B14DCF2F-8AF0-401B-AC15-A691BA4F5894}">
      <dgm:prSet/>
      <dgm:spPr/>
      <dgm:t>
        <a:bodyPr/>
        <a:lstStyle/>
        <a:p>
          <a:endParaRPr lang="en-US"/>
        </a:p>
      </dgm:t>
    </dgm:pt>
    <dgm:pt modelId="{F6FB3045-3987-4078-B394-F8F321217942}" type="sibTrans" cxnId="{B14DCF2F-8AF0-401B-AC15-A691BA4F5894}">
      <dgm:prSet/>
      <dgm:spPr/>
      <dgm:t>
        <a:bodyPr/>
        <a:lstStyle/>
        <a:p>
          <a:endParaRPr lang="en-US"/>
        </a:p>
      </dgm:t>
    </dgm:pt>
    <dgm:pt modelId="{A48B8403-D9D5-4A17-A4E0-CB2271875F3A}">
      <dgm:prSet phldrT="[Text]" phldr="0"/>
      <dgm:spPr/>
      <dgm:t>
        <a:bodyPr/>
        <a:lstStyle/>
        <a:p>
          <a:r>
            <a:rPr lang="ar-LB" dirty="0"/>
            <a:t>عدم إصابة الأهداف</a:t>
          </a:r>
          <a:endParaRPr lang="en-US" dirty="0"/>
        </a:p>
      </dgm:t>
    </dgm:pt>
    <dgm:pt modelId="{7A4FAF5A-C5AC-4450-A3CC-CBF540E3752C}" type="parTrans" cxnId="{188D0611-0D93-49E1-8379-B3E907FA2813}">
      <dgm:prSet/>
      <dgm:spPr/>
      <dgm:t>
        <a:bodyPr/>
        <a:lstStyle/>
        <a:p>
          <a:endParaRPr lang="en-US"/>
        </a:p>
      </dgm:t>
    </dgm:pt>
    <dgm:pt modelId="{3589F95B-5E4C-445C-9A33-E876DC68D685}" type="sibTrans" cxnId="{188D0611-0D93-49E1-8379-B3E907FA2813}">
      <dgm:prSet/>
      <dgm:spPr/>
      <dgm:t>
        <a:bodyPr/>
        <a:lstStyle/>
        <a:p>
          <a:endParaRPr lang="en-US"/>
        </a:p>
      </dgm:t>
    </dgm:pt>
    <dgm:pt modelId="{9E541C09-842F-46E5-AB3C-12070ED593A1}">
      <dgm:prSet phldrT="[Text]" phldr="0"/>
      <dgm:spPr/>
      <dgm:t>
        <a:bodyPr/>
        <a:lstStyle/>
        <a:p>
          <a:r>
            <a:rPr lang="ar-LB"/>
            <a:t>عدم تمييز الطلاب</a:t>
          </a:r>
          <a:endParaRPr lang="en-US" dirty="0"/>
        </a:p>
      </dgm:t>
    </dgm:pt>
    <dgm:pt modelId="{861EB788-74B3-4DB0-8657-5733C6A7575A}" type="parTrans" cxnId="{76AF13B4-DE49-4A66-91C6-52D9C6E86353}">
      <dgm:prSet/>
      <dgm:spPr/>
      <dgm:t>
        <a:bodyPr/>
        <a:lstStyle/>
        <a:p>
          <a:endParaRPr lang="en-US"/>
        </a:p>
      </dgm:t>
    </dgm:pt>
    <dgm:pt modelId="{72CA122A-1D9D-41BE-93BE-8032C8272DEA}" type="sibTrans" cxnId="{76AF13B4-DE49-4A66-91C6-52D9C6E86353}">
      <dgm:prSet/>
      <dgm:spPr/>
      <dgm:t>
        <a:bodyPr/>
        <a:lstStyle/>
        <a:p>
          <a:endParaRPr lang="en-US"/>
        </a:p>
      </dgm:t>
    </dgm:pt>
    <dgm:pt modelId="{61FA149F-89C8-4B8A-B612-EEFE72ED7692}" type="pres">
      <dgm:prSet presAssocID="{9FD7927C-4B00-420A-857C-ADD123DE5FC6}" presName="Name0" presStyleCnt="0">
        <dgm:presLayoutVars>
          <dgm:dir/>
          <dgm:animLvl val="lvl"/>
          <dgm:resizeHandles val="exact"/>
        </dgm:presLayoutVars>
      </dgm:prSet>
      <dgm:spPr/>
    </dgm:pt>
    <dgm:pt modelId="{98CF84FF-4AE6-48E2-A4CB-C9DA782896F2}" type="pres">
      <dgm:prSet presAssocID="{BFC294DD-8A68-4416-9AE5-9736D0771785}" presName="linNode" presStyleCnt="0"/>
      <dgm:spPr/>
    </dgm:pt>
    <dgm:pt modelId="{6A24E5FD-B8E9-4C41-8125-AB0DEEEEE6EE}" type="pres">
      <dgm:prSet presAssocID="{BFC294DD-8A68-4416-9AE5-9736D0771785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1B022C42-C2B5-40F0-8B70-A9D4AC417E96}" type="pres">
      <dgm:prSet presAssocID="{BFC294DD-8A68-4416-9AE5-9736D0771785}" presName="descendantText" presStyleLbl="alignAccFollowNode1" presStyleIdx="0" presStyleCnt="2">
        <dgm:presLayoutVars>
          <dgm:bulletEnabled val="1"/>
        </dgm:presLayoutVars>
      </dgm:prSet>
      <dgm:spPr/>
    </dgm:pt>
    <dgm:pt modelId="{8F182A44-448F-4F8E-BD3C-6D7E73402A2D}" type="pres">
      <dgm:prSet presAssocID="{62F5F361-F9C7-4922-847C-59AE03751132}" presName="sp" presStyleCnt="0"/>
      <dgm:spPr/>
    </dgm:pt>
    <dgm:pt modelId="{70B9BEF5-916D-436A-A694-9B67910FE8E5}" type="pres">
      <dgm:prSet presAssocID="{C09EE048-8D9E-4083-B1A1-15519F0C7A7E}" presName="linNode" presStyleCnt="0"/>
      <dgm:spPr/>
    </dgm:pt>
    <dgm:pt modelId="{F41B7B60-2D0D-4099-B526-D0526201B961}" type="pres">
      <dgm:prSet presAssocID="{C09EE048-8D9E-4083-B1A1-15519F0C7A7E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EB89BD9F-6814-4FC6-B29B-B1CB727A87E6}" type="pres">
      <dgm:prSet presAssocID="{C09EE048-8D9E-4083-B1A1-15519F0C7A7E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188D0611-0D93-49E1-8379-B3E907FA2813}" srcId="{C09EE048-8D9E-4083-B1A1-15519F0C7A7E}" destId="{A48B8403-D9D5-4A17-A4E0-CB2271875F3A}" srcOrd="3" destOrd="0" parTransId="{7A4FAF5A-C5AC-4450-A3CC-CBF540E3752C}" sibTransId="{3589F95B-5E4C-445C-9A33-E876DC68D685}"/>
    <dgm:cxn modelId="{16827E13-4C4B-4B2B-A353-18CE88056D3F}" srcId="{BFC294DD-8A68-4416-9AE5-9736D0771785}" destId="{63B437E1-885E-490A-BC9C-7CA0B9CA5D28}" srcOrd="3" destOrd="0" parTransId="{AF5E9F64-8475-4CAB-82A7-E68B4A5EE45D}" sibTransId="{3F49A9AA-BB61-437B-9F3D-77129ACEF4F0}"/>
    <dgm:cxn modelId="{B3885715-739F-44CB-B87E-4CF227DD701F}" type="presOf" srcId="{EBAF2C1A-ECD0-4968-BF18-2F7D30ADADD9}" destId="{1B022C42-C2B5-40F0-8B70-A9D4AC417E96}" srcOrd="0" destOrd="2" presId="urn:microsoft.com/office/officeart/2005/8/layout/vList5"/>
    <dgm:cxn modelId="{97F9591E-31EB-4D86-BA44-6A988B8B1966}" srcId="{BFC294DD-8A68-4416-9AE5-9736D0771785}" destId="{453963DE-DAF4-47E8-B55B-5D76373A74BD}" srcOrd="4" destOrd="0" parTransId="{9B478ED2-5AA4-4247-9735-51DAD5857D8D}" sibTransId="{DE3B4F9E-1313-4FE0-AA83-B4750E066A46}"/>
    <dgm:cxn modelId="{B14DCF2F-8AF0-401B-AC15-A691BA4F5894}" srcId="{C09EE048-8D9E-4083-B1A1-15519F0C7A7E}" destId="{1F57E430-225A-43CD-BC6B-447F6D7A18E1}" srcOrd="1" destOrd="0" parTransId="{58C9A8B1-600A-4B68-A88C-58C40804770C}" sibTransId="{F6FB3045-3987-4078-B394-F8F321217942}"/>
    <dgm:cxn modelId="{2F276530-6B1F-4D4E-A6D8-3B590B2116CB}" type="presOf" srcId="{1F57E430-225A-43CD-BC6B-447F6D7A18E1}" destId="{EB89BD9F-6814-4FC6-B29B-B1CB727A87E6}" srcOrd="0" destOrd="1" presId="urn:microsoft.com/office/officeart/2005/8/layout/vList5"/>
    <dgm:cxn modelId="{E21BEB30-D140-4D42-ADA9-298D15C8A2FE}" type="presOf" srcId="{FF070A11-32CF-45CC-89CC-90CFEF2FA9F2}" destId="{EB89BD9F-6814-4FC6-B29B-B1CB727A87E6}" srcOrd="0" destOrd="0" presId="urn:microsoft.com/office/officeart/2005/8/layout/vList5"/>
    <dgm:cxn modelId="{9D1B9733-7E2B-423B-8B93-B1BD1E78C66B}" srcId="{BFC294DD-8A68-4416-9AE5-9736D0771785}" destId="{1EC7F6EB-C86E-42E2-822C-6F86EBEDA939}" srcOrd="0" destOrd="0" parTransId="{529381B1-F16E-411A-88E9-8BB400E93B1D}" sibTransId="{3813E573-2D08-43CA-900A-FA55FE789C8E}"/>
    <dgm:cxn modelId="{FECE7F34-B8D3-4AB4-8592-65D5444A7CBA}" srcId="{C09EE048-8D9E-4083-B1A1-15519F0C7A7E}" destId="{FF070A11-32CF-45CC-89CC-90CFEF2FA9F2}" srcOrd="0" destOrd="0" parTransId="{356EE296-E528-4A6F-8732-379B492370AA}" sibTransId="{6A5E299B-F420-41CB-8C66-ACF88357623F}"/>
    <dgm:cxn modelId="{2B231D40-A5C9-4CF5-8E4F-0E552D19DFB5}" type="presOf" srcId="{9FD7927C-4B00-420A-857C-ADD123DE5FC6}" destId="{61FA149F-89C8-4B8A-B612-EEFE72ED7692}" srcOrd="0" destOrd="0" presId="urn:microsoft.com/office/officeart/2005/8/layout/vList5"/>
    <dgm:cxn modelId="{BEC0EF6B-BEF0-4F24-8161-C009F4CF0ADD}" type="presOf" srcId="{7E874C65-C2C1-4FE3-8939-FE75D881C0DE}" destId="{EB89BD9F-6814-4FC6-B29B-B1CB727A87E6}" srcOrd="0" destOrd="2" presId="urn:microsoft.com/office/officeart/2005/8/layout/vList5"/>
    <dgm:cxn modelId="{066FB06E-9846-410A-8667-7076725A3D3C}" type="presOf" srcId="{63B437E1-885E-490A-BC9C-7CA0B9CA5D28}" destId="{1B022C42-C2B5-40F0-8B70-A9D4AC417E96}" srcOrd="0" destOrd="3" presId="urn:microsoft.com/office/officeart/2005/8/layout/vList5"/>
    <dgm:cxn modelId="{A30C5E51-4B64-4CEE-963B-C0585EE8BC58}" type="presOf" srcId="{C192D630-6729-4EC6-88CC-66F35E46A573}" destId="{1B022C42-C2B5-40F0-8B70-A9D4AC417E96}" srcOrd="0" destOrd="1" presId="urn:microsoft.com/office/officeart/2005/8/layout/vList5"/>
    <dgm:cxn modelId="{C901A276-E3AC-4B63-A9C0-4B5C65F7A21C}" type="presOf" srcId="{9E541C09-842F-46E5-AB3C-12070ED593A1}" destId="{EB89BD9F-6814-4FC6-B29B-B1CB727A87E6}" srcOrd="0" destOrd="4" presId="urn:microsoft.com/office/officeart/2005/8/layout/vList5"/>
    <dgm:cxn modelId="{3D86FB56-09DD-4D0E-AADD-05479B952498}" srcId="{C09EE048-8D9E-4083-B1A1-15519F0C7A7E}" destId="{7E874C65-C2C1-4FE3-8939-FE75D881C0DE}" srcOrd="2" destOrd="0" parTransId="{A3554FA7-FA4E-45EF-BA99-CCE0E646B012}" sibTransId="{FB56B878-AF0F-4E09-87A0-D5BFCB156D74}"/>
    <dgm:cxn modelId="{49E6D87A-E76C-4AC4-9029-19DBCB44542C}" srcId="{9FD7927C-4B00-420A-857C-ADD123DE5FC6}" destId="{C09EE048-8D9E-4083-B1A1-15519F0C7A7E}" srcOrd="1" destOrd="0" parTransId="{6E9CF390-0A3B-4BC5-9BAE-13FE254A4425}" sibTransId="{7C2C1EC3-E98A-4ECD-9F2C-AA47448A5289}"/>
    <dgm:cxn modelId="{6706E880-3090-4590-A3A0-B703239FF2E6}" type="presOf" srcId="{453963DE-DAF4-47E8-B55B-5D76373A74BD}" destId="{1B022C42-C2B5-40F0-8B70-A9D4AC417E96}" srcOrd="0" destOrd="4" presId="urn:microsoft.com/office/officeart/2005/8/layout/vList5"/>
    <dgm:cxn modelId="{398DDF91-D313-4995-AE66-1FF800EC89EA}" srcId="{BFC294DD-8A68-4416-9AE5-9736D0771785}" destId="{EBAF2C1A-ECD0-4968-BF18-2F7D30ADADD9}" srcOrd="2" destOrd="0" parTransId="{D33F1C10-AB54-45AC-9765-12D0BB675B30}" sibTransId="{4A01AD04-13D3-437C-AC1D-EDDD4D775A3F}"/>
    <dgm:cxn modelId="{BFA1619A-B429-4188-A85D-F6EDE6CE45CC}" srcId="{9FD7927C-4B00-420A-857C-ADD123DE5FC6}" destId="{BFC294DD-8A68-4416-9AE5-9736D0771785}" srcOrd="0" destOrd="0" parTransId="{441B44D1-ACB0-4DE8-A859-A5685AC5778A}" sibTransId="{62F5F361-F9C7-4922-847C-59AE03751132}"/>
    <dgm:cxn modelId="{76AF13B4-DE49-4A66-91C6-52D9C6E86353}" srcId="{C09EE048-8D9E-4083-B1A1-15519F0C7A7E}" destId="{9E541C09-842F-46E5-AB3C-12070ED593A1}" srcOrd="4" destOrd="0" parTransId="{861EB788-74B3-4DB0-8657-5733C6A7575A}" sibTransId="{72CA122A-1D9D-41BE-93BE-8032C8272DEA}"/>
    <dgm:cxn modelId="{235B80D3-8DC9-4A1F-98B5-E4E2E528653B}" type="presOf" srcId="{1EC7F6EB-C86E-42E2-822C-6F86EBEDA939}" destId="{1B022C42-C2B5-40F0-8B70-A9D4AC417E96}" srcOrd="0" destOrd="0" presId="urn:microsoft.com/office/officeart/2005/8/layout/vList5"/>
    <dgm:cxn modelId="{B2DE69E3-0E1C-4B42-91A9-71BB8E24688B}" type="presOf" srcId="{C09EE048-8D9E-4083-B1A1-15519F0C7A7E}" destId="{F41B7B60-2D0D-4099-B526-D0526201B961}" srcOrd="0" destOrd="0" presId="urn:microsoft.com/office/officeart/2005/8/layout/vList5"/>
    <dgm:cxn modelId="{6CE250E3-8BA0-4377-8886-2BECABA2A0EA}" type="presOf" srcId="{A48B8403-D9D5-4A17-A4E0-CB2271875F3A}" destId="{EB89BD9F-6814-4FC6-B29B-B1CB727A87E6}" srcOrd="0" destOrd="3" presId="urn:microsoft.com/office/officeart/2005/8/layout/vList5"/>
    <dgm:cxn modelId="{973086E5-C377-47C5-BB08-FD88494C2313}" srcId="{BFC294DD-8A68-4416-9AE5-9736D0771785}" destId="{C192D630-6729-4EC6-88CC-66F35E46A573}" srcOrd="1" destOrd="0" parTransId="{08999D72-2167-462C-9BE8-5C8691E095C9}" sibTransId="{C3B6D674-482F-4EEA-AAD5-B77AE1D072F5}"/>
    <dgm:cxn modelId="{0225ADF6-95AD-4028-B7BB-C03266B3F37D}" type="presOf" srcId="{BFC294DD-8A68-4416-9AE5-9736D0771785}" destId="{6A24E5FD-B8E9-4C41-8125-AB0DEEEEE6EE}" srcOrd="0" destOrd="0" presId="urn:microsoft.com/office/officeart/2005/8/layout/vList5"/>
    <dgm:cxn modelId="{0768BBF5-B50E-4E7D-9DE9-D660BB34C38E}" type="presParOf" srcId="{61FA149F-89C8-4B8A-B612-EEFE72ED7692}" destId="{98CF84FF-4AE6-48E2-A4CB-C9DA782896F2}" srcOrd="0" destOrd="0" presId="urn:microsoft.com/office/officeart/2005/8/layout/vList5"/>
    <dgm:cxn modelId="{7BDC3412-3A70-45E7-9394-3D5C6549C489}" type="presParOf" srcId="{98CF84FF-4AE6-48E2-A4CB-C9DA782896F2}" destId="{6A24E5FD-B8E9-4C41-8125-AB0DEEEEE6EE}" srcOrd="0" destOrd="0" presId="urn:microsoft.com/office/officeart/2005/8/layout/vList5"/>
    <dgm:cxn modelId="{5257E35F-BD64-4060-AC53-652F35A549BD}" type="presParOf" srcId="{98CF84FF-4AE6-48E2-A4CB-C9DA782896F2}" destId="{1B022C42-C2B5-40F0-8B70-A9D4AC417E96}" srcOrd="1" destOrd="0" presId="urn:microsoft.com/office/officeart/2005/8/layout/vList5"/>
    <dgm:cxn modelId="{D4CFE705-1E04-464D-B62A-3885089A71CE}" type="presParOf" srcId="{61FA149F-89C8-4B8A-B612-EEFE72ED7692}" destId="{8F182A44-448F-4F8E-BD3C-6D7E73402A2D}" srcOrd="1" destOrd="0" presId="urn:microsoft.com/office/officeart/2005/8/layout/vList5"/>
    <dgm:cxn modelId="{1FE6D7A9-FA3C-4699-A7EA-3F919BE63AD4}" type="presParOf" srcId="{61FA149F-89C8-4B8A-B612-EEFE72ED7692}" destId="{70B9BEF5-916D-436A-A694-9B67910FE8E5}" srcOrd="2" destOrd="0" presId="urn:microsoft.com/office/officeart/2005/8/layout/vList5"/>
    <dgm:cxn modelId="{43892EC2-362E-434A-B4DC-7E6F49670968}" type="presParOf" srcId="{70B9BEF5-916D-436A-A694-9B67910FE8E5}" destId="{F41B7B60-2D0D-4099-B526-D0526201B961}" srcOrd="0" destOrd="0" presId="urn:microsoft.com/office/officeart/2005/8/layout/vList5"/>
    <dgm:cxn modelId="{9A5D67E3-86F9-4264-824B-9C3A6F53D4E3}" type="presParOf" srcId="{70B9BEF5-916D-436A-A694-9B67910FE8E5}" destId="{EB89BD9F-6814-4FC6-B29B-B1CB727A87E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2D12EDE-3F71-4223-9920-41D840659EDC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BF26B836-FB1B-465C-A29B-C14F622FAF1E}">
      <dgm:prSet phldrT="[Text]"/>
      <dgm:spPr/>
      <dgm:t>
        <a:bodyPr/>
        <a:lstStyle/>
        <a:p>
          <a:pPr>
            <a:buNone/>
          </a:pPr>
          <a:r>
            <a:rPr lang="ar-SA" dirty="0"/>
            <a:t>معامل السهولة/الصعوبة</a:t>
          </a:r>
          <a:r>
            <a:rPr lang="en-US" dirty="0"/>
            <a:t> (Difficulty Index)</a:t>
          </a:r>
        </a:p>
      </dgm:t>
    </dgm:pt>
    <dgm:pt modelId="{CFE9C322-8614-455C-9979-87C56F4B3561}" type="parTrans" cxnId="{5804E773-2A0F-4630-BD2E-A0FD47263C85}">
      <dgm:prSet/>
      <dgm:spPr/>
      <dgm:t>
        <a:bodyPr/>
        <a:lstStyle/>
        <a:p>
          <a:endParaRPr lang="en-US"/>
        </a:p>
      </dgm:t>
    </dgm:pt>
    <dgm:pt modelId="{981BCCC8-8A49-45AC-9A01-B5B24E6164B4}" type="sibTrans" cxnId="{5804E773-2A0F-4630-BD2E-A0FD47263C85}">
      <dgm:prSet/>
      <dgm:spPr/>
      <dgm:t>
        <a:bodyPr/>
        <a:lstStyle/>
        <a:p>
          <a:endParaRPr lang="en-US"/>
        </a:p>
      </dgm:t>
    </dgm:pt>
    <dgm:pt modelId="{8C879357-D37A-4DE6-91D0-D9F8BB1F6126}">
      <dgm:prSet phldrT="[Text]"/>
      <dgm:spPr/>
      <dgm:t>
        <a:bodyPr/>
        <a:lstStyle/>
        <a:p>
          <a:pPr>
            <a:buNone/>
          </a:pPr>
          <a:r>
            <a:rPr lang="ar-SA" dirty="0"/>
            <a:t>معامل التمييز</a:t>
          </a:r>
          <a:r>
            <a:rPr lang="en-US" dirty="0"/>
            <a:t> (Discrimination Index)</a:t>
          </a:r>
        </a:p>
      </dgm:t>
    </dgm:pt>
    <dgm:pt modelId="{956A74E6-9D6C-4EEE-9DD1-A09C92CFA324}" type="parTrans" cxnId="{22ABEC11-58BC-43B5-824C-E44164A4CA5E}">
      <dgm:prSet/>
      <dgm:spPr/>
      <dgm:t>
        <a:bodyPr/>
        <a:lstStyle/>
        <a:p>
          <a:endParaRPr lang="en-US"/>
        </a:p>
      </dgm:t>
    </dgm:pt>
    <dgm:pt modelId="{6EB03689-9490-4A8F-9289-F872F1EF961E}" type="sibTrans" cxnId="{22ABEC11-58BC-43B5-824C-E44164A4CA5E}">
      <dgm:prSet/>
      <dgm:spPr/>
      <dgm:t>
        <a:bodyPr/>
        <a:lstStyle/>
        <a:p>
          <a:endParaRPr lang="en-US"/>
        </a:p>
      </dgm:t>
    </dgm:pt>
    <dgm:pt modelId="{EE75777B-2396-449D-AE46-A16EE2F8045A}">
      <dgm:prSet phldrT="[Text]"/>
      <dgm:spPr/>
      <dgm:t>
        <a:bodyPr/>
        <a:lstStyle/>
        <a:p>
          <a:pPr>
            <a:buNone/>
          </a:pPr>
          <a:r>
            <a:rPr lang="ar-SA" dirty="0"/>
            <a:t>تحليل البدائل في أسئلة الاختيار من متعدّد</a:t>
          </a:r>
          <a:endParaRPr lang="en-US" dirty="0"/>
        </a:p>
      </dgm:t>
    </dgm:pt>
    <dgm:pt modelId="{9BB56DB3-6810-40B8-80EE-680673487DC1}" type="parTrans" cxnId="{0D0730A3-30F9-44C0-A745-2242F4E513AA}">
      <dgm:prSet/>
      <dgm:spPr/>
      <dgm:t>
        <a:bodyPr/>
        <a:lstStyle/>
        <a:p>
          <a:endParaRPr lang="en-US"/>
        </a:p>
      </dgm:t>
    </dgm:pt>
    <dgm:pt modelId="{14FF9D0B-FAA2-4543-8DD0-605AE9C3C70A}" type="sibTrans" cxnId="{0D0730A3-30F9-44C0-A745-2242F4E513AA}">
      <dgm:prSet/>
      <dgm:spPr/>
      <dgm:t>
        <a:bodyPr/>
        <a:lstStyle/>
        <a:p>
          <a:endParaRPr lang="en-US"/>
        </a:p>
      </dgm:t>
    </dgm:pt>
    <dgm:pt modelId="{BDEC2A22-186B-47F5-BD33-25FC89461836}" type="pres">
      <dgm:prSet presAssocID="{52D12EDE-3F71-4223-9920-41D840659EDC}" presName="compositeShape" presStyleCnt="0">
        <dgm:presLayoutVars>
          <dgm:chMax val="7"/>
          <dgm:dir/>
          <dgm:resizeHandles val="exact"/>
        </dgm:presLayoutVars>
      </dgm:prSet>
      <dgm:spPr/>
    </dgm:pt>
    <dgm:pt modelId="{2C366C2C-64AA-48D9-B9B4-5E09F8B3B93B}" type="pres">
      <dgm:prSet presAssocID="{52D12EDE-3F71-4223-9920-41D840659EDC}" presName="wedge1" presStyleLbl="node1" presStyleIdx="0" presStyleCnt="3"/>
      <dgm:spPr/>
    </dgm:pt>
    <dgm:pt modelId="{9CEB9991-E282-4118-AB53-351746808127}" type="pres">
      <dgm:prSet presAssocID="{52D12EDE-3F71-4223-9920-41D840659EDC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EBB5413-C3ED-4E0D-ACBB-38A78FEED630}" type="pres">
      <dgm:prSet presAssocID="{52D12EDE-3F71-4223-9920-41D840659EDC}" presName="wedge2" presStyleLbl="node1" presStyleIdx="1" presStyleCnt="3"/>
      <dgm:spPr/>
    </dgm:pt>
    <dgm:pt modelId="{4EB66FB2-454E-4B57-BC1F-F719ECCC57C0}" type="pres">
      <dgm:prSet presAssocID="{52D12EDE-3F71-4223-9920-41D840659EDC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6CC4E170-3AC2-4D2D-989D-2DE3A5D67715}" type="pres">
      <dgm:prSet presAssocID="{52D12EDE-3F71-4223-9920-41D840659EDC}" presName="wedge3" presStyleLbl="node1" presStyleIdx="2" presStyleCnt="3"/>
      <dgm:spPr/>
    </dgm:pt>
    <dgm:pt modelId="{40FF40ED-95F8-423B-9DCA-EF1F5EDFC5EA}" type="pres">
      <dgm:prSet presAssocID="{52D12EDE-3F71-4223-9920-41D840659EDC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22ABEC11-58BC-43B5-824C-E44164A4CA5E}" srcId="{52D12EDE-3F71-4223-9920-41D840659EDC}" destId="{8C879357-D37A-4DE6-91D0-D9F8BB1F6126}" srcOrd="1" destOrd="0" parTransId="{956A74E6-9D6C-4EEE-9DD1-A09C92CFA324}" sibTransId="{6EB03689-9490-4A8F-9289-F872F1EF961E}"/>
    <dgm:cxn modelId="{BD49FA41-B6BA-4452-A5CE-57DEBF73DF04}" type="presOf" srcId="{8C879357-D37A-4DE6-91D0-D9F8BB1F6126}" destId="{4EB66FB2-454E-4B57-BC1F-F719ECCC57C0}" srcOrd="1" destOrd="0" presId="urn:microsoft.com/office/officeart/2005/8/layout/chart3"/>
    <dgm:cxn modelId="{5804E773-2A0F-4630-BD2E-A0FD47263C85}" srcId="{52D12EDE-3F71-4223-9920-41D840659EDC}" destId="{BF26B836-FB1B-465C-A29B-C14F622FAF1E}" srcOrd="0" destOrd="0" parTransId="{CFE9C322-8614-455C-9979-87C56F4B3561}" sibTransId="{981BCCC8-8A49-45AC-9A01-B5B24E6164B4}"/>
    <dgm:cxn modelId="{9F504592-A3B3-4285-BD55-87F038BDDA3E}" type="presOf" srcId="{BF26B836-FB1B-465C-A29B-C14F622FAF1E}" destId="{9CEB9991-E282-4118-AB53-351746808127}" srcOrd="1" destOrd="0" presId="urn:microsoft.com/office/officeart/2005/8/layout/chart3"/>
    <dgm:cxn modelId="{3B8EB593-E174-40DF-A6C9-A4B7ADA92ECA}" type="presOf" srcId="{8C879357-D37A-4DE6-91D0-D9F8BB1F6126}" destId="{AEBB5413-C3ED-4E0D-ACBB-38A78FEED630}" srcOrd="0" destOrd="0" presId="urn:microsoft.com/office/officeart/2005/8/layout/chart3"/>
    <dgm:cxn modelId="{0D0730A3-30F9-44C0-A745-2242F4E513AA}" srcId="{52D12EDE-3F71-4223-9920-41D840659EDC}" destId="{EE75777B-2396-449D-AE46-A16EE2F8045A}" srcOrd="2" destOrd="0" parTransId="{9BB56DB3-6810-40B8-80EE-680673487DC1}" sibTransId="{14FF9D0B-FAA2-4543-8DD0-605AE9C3C70A}"/>
    <dgm:cxn modelId="{9A61ACA8-E3C5-46F8-BF6C-BEC18FF516A8}" type="presOf" srcId="{EE75777B-2396-449D-AE46-A16EE2F8045A}" destId="{6CC4E170-3AC2-4D2D-989D-2DE3A5D67715}" srcOrd="0" destOrd="0" presId="urn:microsoft.com/office/officeart/2005/8/layout/chart3"/>
    <dgm:cxn modelId="{8E7EFCB0-5928-406E-ABF4-B595E00A61FB}" type="presOf" srcId="{EE75777B-2396-449D-AE46-A16EE2F8045A}" destId="{40FF40ED-95F8-423B-9DCA-EF1F5EDFC5EA}" srcOrd="1" destOrd="0" presId="urn:microsoft.com/office/officeart/2005/8/layout/chart3"/>
    <dgm:cxn modelId="{152455C9-1C55-4015-B832-2C23EF37C237}" type="presOf" srcId="{52D12EDE-3F71-4223-9920-41D840659EDC}" destId="{BDEC2A22-186B-47F5-BD33-25FC89461836}" srcOrd="0" destOrd="0" presId="urn:microsoft.com/office/officeart/2005/8/layout/chart3"/>
    <dgm:cxn modelId="{8C6155FA-1099-4D5A-9B4F-152F66A543DC}" type="presOf" srcId="{BF26B836-FB1B-465C-A29B-C14F622FAF1E}" destId="{2C366C2C-64AA-48D9-B9B4-5E09F8B3B93B}" srcOrd="0" destOrd="0" presId="urn:microsoft.com/office/officeart/2005/8/layout/chart3"/>
    <dgm:cxn modelId="{90251B64-F8FE-4450-80AB-7EDC61C99499}" type="presParOf" srcId="{BDEC2A22-186B-47F5-BD33-25FC89461836}" destId="{2C366C2C-64AA-48D9-B9B4-5E09F8B3B93B}" srcOrd="0" destOrd="0" presId="urn:microsoft.com/office/officeart/2005/8/layout/chart3"/>
    <dgm:cxn modelId="{EE9D6FB5-8003-4BAA-9EF7-C5039F3E1F1F}" type="presParOf" srcId="{BDEC2A22-186B-47F5-BD33-25FC89461836}" destId="{9CEB9991-E282-4118-AB53-351746808127}" srcOrd="1" destOrd="0" presId="urn:microsoft.com/office/officeart/2005/8/layout/chart3"/>
    <dgm:cxn modelId="{6A330E3D-64B3-4480-970B-2322121B879D}" type="presParOf" srcId="{BDEC2A22-186B-47F5-BD33-25FC89461836}" destId="{AEBB5413-C3ED-4E0D-ACBB-38A78FEED630}" srcOrd="2" destOrd="0" presId="urn:microsoft.com/office/officeart/2005/8/layout/chart3"/>
    <dgm:cxn modelId="{4BFC0018-7DE2-47A7-99C8-A0D20FDB5998}" type="presParOf" srcId="{BDEC2A22-186B-47F5-BD33-25FC89461836}" destId="{4EB66FB2-454E-4B57-BC1F-F719ECCC57C0}" srcOrd="3" destOrd="0" presId="urn:microsoft.com/office/officeart/2005/8/layout/chart3"/>
    <dgm:cxn modelId="{B81BDE31-6760-47BB-88C2-F918942C81EE}" type="presParOf" srcId="{BDEC2A22-186B-47F5-BD33-25FC89461836}" destId="{6CC4E170-3AC2-4D2D-989D-2DE3A5D67715}" srcOrd="4" destOrd="0" presId="urn:microsoft.com/office/officeart/2005/8/layout/chart3"/>
    <dgm:cxn modelId="{28CACEBB-622F-48B2-86B2-CBAD54CB0CD2}" type="presParOf" srcId="{BDEC2A22-186B-47F5-BD33-25FC89461836}" destId="{40FF40ED-95F8-423B-9DCA-EF1F5EDFC5EA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919B744-D6D6-486C-9C63-36007A47F5C1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D14033-E1EB-4BFE-8A88-D98D89323C77}">
      <dgm:prSet phldrT="[Text]"/>
      <dgm:spPr/>
      <dgm:t>
        <a:bodyPr/>
        <a:lstStyle/>
        <a:p>
          <a:pPr>
            <a:buNone/>
          </a:pPr>
          <a:r>
            <a:rPr lang="ar-SA" b="1" dirty="0"/>
            <a:t>النماذج المرجعية للدرجات وتعديل النتائج</a:t>
          </a:r>
          <a:endParaRPr lang="en-US" dirty="0"/>
        </a:p>
      </dgm:t>
    </dgm:pt>
    <dgm:pt modelId="{BF3DD488-3B3A-4D71-90EA-6185403B7426}" type="parTrans" cxnId="{6692A6B2-C830-46A0-9C42-1BB6A251CFDC}">
      <dgm:prSet/>
      <dgm:spPr/>
      <dgm:t>
        <a:bodyPr/>
        <a:lstStyle/>
        <a:p>
          <a:endParaRPr lang="en-US"/>
        </a:p>
      </dgm:t>
    </dgm:pt>
    <dgm:pt modelId="{55BCF6B7-4930-4776-A03B-B904E3EB9418}" type="sibTrans" cxnId="{6692A6B2-C830-46A0-9C42-1BB6A251CFDC}">
      <dgm:prSet/>
      <dgm:spPr/>
      <dgm:t>
        <a:bodyPr/>
        <a:lstStyle/>
        <a:p>
          <a:endParaRPr lang="en-US"/>
        </a:p>
      </dgm:t>
    </dgm:pt>
    <dgm:pt modelId="{51D01BC2-D222-4356-BF65-B02BD562BABF}">
      <dgm:prSet phldrT="[Text]"/>
      <dgm:spPr/>
      <dgm:t>
        <a:bodyPr/>
        <a:lstStyle/>
        <a:p>
          <a:pPr>
            <a:buNone/>
          </a:pPr>
          <a:r>
            <a:rPr lang="ar-SA" b="1" dirty="0"/>
            <a:t>التقويم المحكي المرجع</a:t>
          </a:r>
          <a:r>
            <a:rPr lang="en-US" b="1" dirty="0"/>
            <a:t> (Criterion-Referenced)</a:t>
          </a:r>
          <a:endParaRPr lang="en-US" dirty="0"/>
        </a:p>
      </dgm:t>
    </dgm:pt>
    <dgm:pt modelId="{FF81ACE1-7293-4AAE-934F-35411EA2B1BD}" type="parTrans" cxnId="{3A06DAD3-8FB7-4EA6-B22A-054501F9C4B7}">
      <dgm:prSet/>
      <dgm:spPr/>
      <dgm:t>
        <a:bodyPr/>
        <a:lstStyle/>
        <a:p>
          <a:endParaRPr lang="en-US"/>
        </a:p>
      </dgm:t>
    </dgm:pt>
    <dgm:pt modelId="{F0E63DC3-B70A-408D-9924-6F204EA8AB13}" type="sibTrans" cxnId="{3A06DAD3-8FB7-4EA6-B22A-054501F9C4B7}">
      <dgm:prSet/>
      <dgm:spPr/>
      <dgm:t>
        <a:bodyPr/>
        <a:lstStyle/>
        <a:p>
          <a:endParaRPr lang="en-US"/>
        </a:p>
      </dgm:t>
    </dgm:pt>
    <dgm:pt modelId="{5838AB00-44C1-417C-A4EA-6153DAD8A1CC}">
      <dgm:prSet phldrT="[Text]"/>
      <dgm:spPr/>
      <dgm:t>
        <a:bodyPr/>
        <a:lstStyle/>
        <a:p>
          <a:pPr>
            <a:buNone/>
          </a:pPr>
          <a:r>
            <a:rPr lang="ar-SA" b="1" dirty="0"/>
            <a:t>التقويم المعياري المرجع</a:t>
          </a:r>
          <a:r>
            <a:rPr lang="en-US" b="1" dirty="0"/>
            <a:t> (Norm-Referenced)</a:t>
          </a:r>
          <a:endParaRPr lang="en-US" dirty="0"/>
        </a:p>
      </dgm:t>
    </dgm:pt>
    <dgm:pt modelId="{3DF7C3D6-84D6-4F84-B0A4-5C2A61FE2385}" type="parTrans" cxnId="{B6F92987-A098-4402-83FC-2C4D879C9DB0}">
      <dgm:prSet/>
      <dgm:spPr/>
      <dgm:t>
        <a:bodyPr/>
        <a:lstStyle/>
        <a:p>
          <a:endParaRPr lang="en-US"/>
        </a:p>
      </dgm:t>
    </dgm:pt>
    <dgm:pt modelId="{F2280B6D-F9F5-4559-80E8-F22E1F7C8E99}" type="sibTrans" cxnId="{B6F92987-A098-4402-83FC-2C4D879C9DB0}">
      <dgm:prSet/>
      <dgm:spPr/>
      <dgm:t>
        <a:bodyPr/>
        <a:lstStyle/>
        <a:p>
          <a:endParaRPr lang="en-US"/>
        </a:p>
      </dgm:t>
    </dgm:pt>
    <dgm:pt modelId="{E9179247-E39C-4C5A-A344-66D26D6F8D9C}">
      <dgm:prSet phldrT="[Text]"/>
      <dgm:spPr/>
      <dgm:t>
        <a:bodyPr/>
        <a:lstStyle/>
        <a:p>
          <a:pPr>
            <a:buNone/>
          </a:pPr>
          <a:r>
            <a:rPr lang="ar-SA" dirty="0"/>
            <a:t>النماذج الهجينة</a:t>
          </a:r>
          <a:endParaRPr lang="en-US" dirty="0"/>
        </a:p>
      </dgm:t>
    </dgm:pt>
    <dgm:pt modelId="{D4330BBD-9703-4D24-A554-1E53E7139A2A}" type="parTrans" cxnId="{8C9DA362-4A06-42C0-9760-A5AD1487C034}">
      <dgm:prSet/>
      <dgm:spPr/>
      <dgm:t>
        <a:bodyPr/>
        <a:lstStyle/>
        <a:p>
          <a:endParaRPr lang="en-US"/>
        </a:p>
      </dgm:t>
    </dgm:pt>
    <dgm:pt modelId="{AD2F3404-FA36-494A-BA1C-10F6C14DAC9C}" type="sibTrans" cxnId="{8C9DA362-4A06-42C0-9760-A5AD1487C034}">
      <dgm:prSet/>
      <dgm:spPr/>
      <dgm:t>
        <a:bodyPr/>
        <a:lstStyle/>
        <a:p>
          <a:endParaRPr lang="en-US"/>
        </a:p>
      </dgm:t>
    </dgm:pt>
    <dgm:pt modelId="{2B72EA6C-DEC7-4FFC-B2E5-DF843CB0E668}" type="pres">
      <dgm:prSet presAssocID="{3919B744-D6D6-486C-9C63-36007A47F5C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03A7641-A0A9-45EE-8B22-F56BA31B8BD4}" type="pres">
      <dgm:prSet presAssocID="{37D14033-E1EB-4BFE-8A88-D98D89323C77}" presName="hierRoot1" presStyleCnt="0">
        <dgm:presLayoutVars>
          <dgm:hierBranch val="init"/>
        </dgm:presLayoutVars>
      </dgm:prSet>
      <dgm:spPr/>
    </dgm:pt>
    <dgm:pt modelId="{C2F35767-7CA1-431F-8D8F-AECDC9F13ABE}" type="pres">
      <dgm:prSet presAssocID="{37D14033-E1EB-4BFE-8A88-D98D89323C77}" presName="rootComposite1" presStyleCnt="0"/>
      <dgm:spPr/>
    </dgm:pt>
    <dgm:pt modelId="{8FB1BAB8-3C7A-4DE4-A269-67EF0209EF54}" type="pres">
      <dgm:prSet presAssocID="{37D14033-E1EB-4BFE-8A88-D98D89323C77}" presName="rootText1" presStyleLbl="node0" presStyleIdx="0" presStyleCnt="1">
        <dgm:presLayoutVars>
          <dgm:chPref val="3"/>
        </dgm:presLayoutVars>
      </dgm:prSet>
      <dgm:spPr/>
    </dgm:pt>
    <dgm:pt modelId="{EA1A3C5E-C59B-48E1-B405-8CBB5F165AF8}" type="pres">
      <dgm:prSet presAssocID="{37D14033-E1EB-4BFE-8A88-D98D89323C77}" presName="rootConnector1" presStyleLbl="node1" presStyleIdx="0" presStyleCnt="0"/>
      <dgm:spPr/>
    </dgm:pt>
    <dgm:pt modelId="{62DBD3DD-FF91-4C92-A025-51096BC67946}" type="pres">
      <dgm:prSet presAssocID="{37D14033-E1EB-4BFE-8A88-D98D89323C77}" presName="hierChild2" presStyleCnt="0"/>
      <dgm:spPr/>
    </dgm:pt>
    <dgm:pt modelId="{1B4129E4-0871-4EE2-AAFB-420358F6E37B}" type="pres">
      <dgm:prSet presAssocID="{FF81ACE1-7293-4AAE-934F-35411EA2B1BD}" presName="Name37" presStyleLbl="parChTrans1D2" presStyleIdx="0" presStyleCnt="3"/>
      <dgm:spPr/>
    </dgm:pt>
    <dgm:pt modelId="{FBF5D4F5-66C2-4317-A594-45DF1451E9A6}" type="pres">
      <dgm:prSet presAssocID="{51D01BC2-D222-4356-BF65-B02BD562BABF}" presName="hierRoot2" presStyleCnt="0">
        <dgm:presLayoutVars>
          <dgm:hierBranch val="init"/>
        </dgm:presLayoutVars>
      </dgm:prSet>
      <dgm:spPr/>
    </dgm:pt>
    <dgm:pt modelId="{789DCCAB-D2E9-4759-A8C4-8092086CD936}" type="pres">
      <dgm:prSet presAssocID="{51D01BC2-D222-4356-BF65-B02BD562BABF}" presName="rootComposite" presStyleCnt="0"/>
      <dgm:spPr/>
    </dgm:pt>
    <dgm:pt modelId="{C8C01C79-DCDC-4971-835F-D9753C9DB067}" type="pres">
      <dgm:prSet presAssocID="{51D01BC2-D222-4356-BF65-B02BD562BABF}" presName="rootText" presStyleLbl="node2" presStyleIdx="0" presStyleCnt="3">
        <dgm:presLayoutVars>
          <dgm:chPref val="3"/>
        </dgm:presLayoutVars>
      </dgm:prSet>
      <dgm:spPr/>
    </dgm:pt>
    <dgm:pt modelId="{627BA672-2FA0-42D5-BFD6-D6A0598C4A65}" type="pres">
      <dgm:prSet presAssocID="{51D01BC2-D222-4356-BF65-B02BD562BABF}" presName="rootConnector" presStyleLbl="node2" presStyleIdx="0" presStyleCnt="3"/>
      <dgm:spPr/>
    </dgm:pt>
    <dgm:pt modelId="{1F195804-7CC8-443F-9D2F-5B8E4DBF30D4}" type="pres">
      <dgm:prSet presAssocID="{51D01BC2-D222-4356-BF65-B02BD562BABF}" presName="hierChild4" presStyleCnt="0"/>
      <dgm:spPr/>
    </dgm:pt>
    <dgm:pt modelId="{A83101D0-24C9-4F9B-AC0D-07778C4F8EE2}" type="pres">
      <dgm:prSet presAssocID="{51D01BC2-D222-4356-BF65-B02BD562BABF}" presName="hierChild5" presStyleCnt="0"/>
      <dgm:spPr/>
    </dgm:pt>
    <dgm:pt modelId="{5296EEDE-1DA6-4A5B-99C9-33D9579F0C73}" type="pres">
      <dgm:prSet presAssocID="{3DF7C3D6-84D6-4F84-B0A4-5C2A61FE2385}" presName="Name37" presStyleLbl="parChTrans1D2" presStyleIdx="1" presStyleCnt="3"/>
      <dgm:spPr/>
    </dgm:pt>
    <dgm:pt modelId="{F02FE296-E99B-45E5-B609-288EC2B430F1}" type="pres">
      <dgm:prSet presAssocID="{5838AB00-44C1-417C-A4EA-6153DAD8A1CC}" presName="hierRoot2" presStyleCnt="0">
        <dgm:presLayoutVars>
          <dgm:hierBranch val="init"/>
        </dgm:presLayoutVars>
      </dgm:prSet>
      <dgm:spPr/>
    </dgm:pt>
    <dgm:pt modelId="{91B3027C-544D-4D83-AB64-0331DC62CCFA}" type="pres">
      <dgm:prSet presAssocID="{5838AB00-44C1-417C-A4EA-6153DAD8A1CC}" presName="rootComposite" presStyleCnt="0"/>
      <dgm:spPr/>
    </dgm:pt>
    <dgm:pt modelId="{F4024E7C-C97B-435E-BB47-54D5C9A0B614}" type="pres">
      <dgm:prSet presAssocID="{5838AB00-44C1-417C-A4EA-6153DAD8A1CC}" presName="rootText" presStyleLbl="node2" presStyleIdx="1" presStyleCnt="3">
        <dgm:presLayoutVars>
          <dgm:chPref val="3"/>
        </dgm:presLayoutVars>
      </dgm:prSet>
      <dgm:spPr/>
    </dgm:pt>
    <dgm:pt modelId="{93BB671D-0BEF-444A-8890-030913E95544}" type="pres">
      <dgm:prSet presAssocID="{5838AB00-44C1-417C-A4EA-6153DAD8A1CC}" presName="rootConnector" presStyleLbl="node2" presStyleIdx="1" presStyleCnt="3"/>
      <dgm:spPr/>
    </dgm:pt>
    <dgm:pt modelId="{0773EBA0-FD1F-4102-991E-C7836892D50E}" type="pres">
      <dgm:prSet presAssocID="{5838AB00-44C1-417C-A4EA-6153DAD8A1CC}" presName="hierChild4" presStyleCnt="0"/>
      <dgm:spPr/>
    </dgm:pt>
    <dgm:pt modelId="{DD408EF8-D155-461B-8FFB-76771118611E}" type="pres">
      <dgm:prSet presAssocID="{5838AB00-44C1-417C-A4EA-6153DAD8A1CC}" presName="hierChild5" presStyleCnt="0"/>
      <dgm:spPr/>
    </dgm:pt>
    <dgm:pt modelId="{DA9324CB-FAB2-48D8-9735-7B6523EDFF40}" type="pres">
      <dgm:prSet presAssocID="{D4330BBD-9703-4D24-A554-1E53E7139A2A}" presName="Name37" presStyleLbl="parChTrans1D2" presStyleIdx="2" presStyleCnt="3"/>
      <dgm:spPr/>
    </dgm:pt>
    <dgm:pt modelId="{59AB240B-C631-4DEF-93D8-884DD894DB3F}" type="pres">
      <dgm:prSet presAssocID="{E9179247-E39C-4C5A-A344-66D26D6F8D9C}" presName="hierRoot2" presStyleCnt="0">
        <dgm:presLayoutVars>
          <dgm:hierBranch val="init"/>
        </dgm:presLayoutVars>
      </dgm:prSet>
      <dgm:spPr/>
    </dgm:pt>
    <dgm:pt modelId="{9A2702CD-DDDC-4F18-8AFE-571939295C28}" type="pres">
      <dgm:prSet presAssocID="{E9179247-E39C-4C5A-A344-66D26D6F8D9C}" presName="rootComposite" presStyleCnt="0"/>
      <dgm:spPr/>
    </dgm:pt>
    <dgm:pt modelId="{4E1231A5-068F-4A35-9450-A68C591467C4}" type="pres">
      <dgm:prSet presAssocID="{E9179247-E39C-4C5A-A344-66D26D6F8D9C}" presName="rootText" presStyleLbl="node2" presStyleIdx="2" presStyleCnt="3">
        <dgm:presLayoutVars>
          <dgm:chPref val="3"/>
        </dgm:presLayoutVars>
      </dgm:prSet>
      <dgm:spPr/>
    </dgm:pt>
    <dgm:pt modelId="{3CC1E176-098F-4A7B-A131-A87368691211}" type="pres">
      <dgm:prSet presAssocID="{E9179247-E39C-4C5A-A344-66D26D6F8D9C}" presName="rootConnector" presStyleLbl="node2" presStyleIdx="2" presStyleCnt="3"/>
      <dgm:spPr/>
    </dgm:pt>
    <dgm:pt modelId="{798B030E-B2C9-4E94-9136-8018536DC8A5}" type="pres">
      <dgm:prSet presAssocID="{E9179247-E39C-4C5A-A344-66D26D6F8D9C}" presName="hierChild4" presStyleCnt="0"/>
      <dgm:spPr/>
    </dgm:pt>
    <dgm:pt modelId="{3A4EBD38-5CE8-458F-9EA1-9569D8926596}" type="pres">
      <dgm:prSet presAssocID="{E9179247-E39C-4C5A-A344-66D26D6F8D9C}" presName="hierChild5" presStyleCnt="0"/>
      <dgm:spPr/>
    </dgm:pt>
    <dgm:pt modelId="{649A9636-2372-4D56-90EA-ECAD450A0B6F}" type="pres">
      <dgm:prSet presAssocID="{37D14033-E1EB-4BFE-8A88-D98D89323C77}" presName="hierChild3" presStyleCnt="0"/>
      <dgm:spPr/>
    </dgm:pt>
  </dgm:ptLst>
  <dgm:cxnLst>
    <dgm:cxn modelId="{93956800-D649-4076-9523-F21F30E06A19}" type="presOf" srcId="{3919B744-D6D6-486C-9C63-36007A47F5C1}" destId="{2B72EA6C-DEC7-4FFC-B2E5-DF843CB0E668}" srcOrd="0" destOrd="0" presId="urn:microsoft.com/office/officeart/2005/8/layout/orgChart1"/>
    <dgm:cxn modelId="{07E87E04-F2DC-43A8-BAC9-59F168B9471F}" type="presOf" srcId="{E9179247-E39C-4C5A-A344-66D26D6F8D9C}" destId="{3CC1E176-098F-4A7B-A131-A87368691211}" srcOrd="1" destOrd="0" presId="urn:microsoft.com/office/officeart/2005/8/layout/orgChart1"/>
    <dgm:cxn modelId="{D76E0C1F-1D59-4061-8FBB-6CF53744BC80}" type="presOf" srcId="{5838AB00-44C1-417C-A4EA-6153DAD8A1CC}" destId="{93BB671D-0BEF-444A-8890-030913E95544}" srcOrd="1" destOrd="0" presId="urn:microsoft.com/office/officeart/2005/8/layout/orgChart1"/>
    <dgm:cxn modelId="{58BB7828-1A77-4BBC-A432-801A24BAC577}" type="presOf" srcId="{37D14033-E1EB-4BFE-8A88-D98D89323C77}" destId="{EA1A3C5E-C59B-48E1-B405-8CBB5F165AF8}" srcOrd="1" destOrd="0" presId="urn:microsoft.com/office/officeart/2005/8/layout/orgChart1"/>
    <dgm:cxn modelId="{E802F960-FB37-45CF-A0BF-2BFD1E0CCE7B}" type="presOf" srcId="{D4330BBD-9703-4D24-A554-1E53E7139A2A}" destId="{DA9324CB-FAB2-48D8-9735-7B6523EDFF40}" srcOrd="0" destOrd="0" presId="urn:microsoft.com/office/officeart/2005/8/layout/orgChart1"/>
    <dgm:cxn modelId="{8C9DA362-4A06-42C0-9760-A5AD1487C034}" srcId="{37D14033-E1EB-4BFE-8A88-D98D89323C77}" destId="{E9179247-E39C-4C5A-A344-66D26D6F8D9C}" srcOrd="2" destOrd="0" parTransId="{D4330BBD-9703-4D24-A554-1E53E7139A2A}" sibTransId="{AD2F3404-FA36-494A-BA1C-10F6C14DAC9C}"/>
    <dgm:cxn modelId="{CAEF6246-2A66-4E7C-9568-85DA8E3F07D4}" type="presOf" srcId="{37D14033-E1EB-4BFE-8A88-D98D89323C77}" destId="{8FB1BAB8-3C7A-4DE4-A269-67EF0209EF54}" srcOrd="0" destOrd="0" presId="urn:microsoft.com/office/officeart/2005/8/layout/orgChart1"/>
    <dgm:cxn modelId="{A285A559-2A42-46ED-B26C-D115975C4476}" type="presOf" srcId="{3DF7C3D6-84D6-4F84-B0A4-5C2A61FE2385}" destId="{5296EEDE-1DA6-4A5B-99C9-33D9579F0C73}" srcOrd="0" destOrd="0" presId="urn:microsoft.com/office/officeart/2005/8/layout/orgChart1"/>
    <dgm:cxn modelId="{B6F92987-A098-4402-83FC-2C4D879C9DB0}" srcId="{37D14033-E1EB-4BFE-8A88-D98D89323C77}" destId="{5838AB00-44C1-417C-A4EA-6153DAD8A1CC}" srcOrd="1" destOrd="0" parTransId="{3DF7C3D6-84D6-4F84-B0A4-5C2A61FE2385}" sibTransId="{F2280B6D-F9F5-4559-80E8-F22E1F7C8E99}"/>
    <dgm:cxn modelId="{1F3214A2-F4B3-4E1A-9115-77BD426F08C1}" type="presOf" srcId="{E9179247-E39C-4C5A-A344-66D26D6F8D9C}" destId="{4E1231A5-068F-4A35-9450-A68C591467C4}" srcOrd="0" destOrd="0" presId="urn:microsoft.com/office/officeart/2005/8/layout/orgChart1"/>
    <dgm:cxn modelId="{6692A6B2-C830-46A0-9C42-1BB6A251CFDC}" srcId="{3919B744-D6D6-486C-9C63-36007A47F5C1}" destId="{37D14033-E1EB-4BFE-8A88-D98D89323C77}" srcOrd="0" destOrd="0" parTransId="{BF3DD488-3B3A-4D71-90EA-6185403B7426}" sibTransId="{55BCF6B7-4930-4776-A03B-B904E3EB9418}"/>
    <dgm:cxn modelId="{5EC3D4B5-3174-4302-96E8-F04D23E42DBB}" type="presOf" srcId="{5838AB00-44C1-417C-A4EA-6153DAD8A1CC}" destId="{F4024E7C-C97B-435E-BB47-54D5C9A0B614}" srcOrd="0" destOrd="0" presId="urn:microsoft.com/office/officeart/2005/8/layout/orgChart1"/>
    <dgm:cxn modelId="{C4573AC7-9A77-4329-8BFC-E7F78E880B29}" type="presOf" srcId="{51D01BC2-D222-4356-BF65-B02BD562BABF}" destId="{C8C01C79-DCDC-4971-835F-D9753C9DB067}" srcOrd="0" destOrd="0" presId="urn:microsoft.com/office/officeart/2005/8/layout/orgChart1"/>
    <dgm:cxn modelId="{3A06DAD3-8FB7-4EA6-B22A-054501F9C4B7}" srcId="{37D14033-E1EB-4BFE-8A88-D98D89323C77}" destId="{51D01BC2-D222-4356-BF65-B02BD562BABF}" srcOrd="0" destOrd="0" parTransId="{FF81ACE1-7293-4AAE-934F-35411EA2B1BD}" sibTransId="{F0E63DC3-B70A-408D-9924-6F204EA8AB13}"/>
    <dgm:cxn modelId="{AA3EF0E3-D227-4D7D-B56D-2E7580F1D78D}" type="presOf" srcId="{51D01BC2-D222-4356-BF65-B02BD562BABF}" destId="{627BA672-2FA0-42D5-BFD6-D6A0598C4A65}" srcOrd="1" destOrd="0" presId="urn:microsoft.com/office/officeart/2005/8/layout/orgChart1"/>
    <dgm:cxn modelId="{229333F1-795C-46EE-BEAC-7515F02D733A}" type="presOf" srcId="{FF81ACE1-7293-4AAE-934F-35411EA2B1BD}" destId="{1B4129E4-0871-4EE2-AAFB-420358F6E37B}" srcOrd="0" destOrd="0" presId="urn:microsoft.com/office/officeart/2005/8/layout/orgChart1"/>
    <dgm:cxn modelId="{1B69B271-9144-4186-99DF-5C5BAE563269}" type="presParOf" srcId="{2B72EA6C-DEC7-4FFC-B2E5-DF843CB0E668}" destId="{703A7641-A0A9-45EE-8B22-F56BA31B8BD4}" srcOrd="0" destOrd="0" presId="urn:microsoft.com/office/officeart/2005/8/layout/orgChart1"/>
    <dgm:cxn modelId="{31A142BE-69F2-424D-A1D5-17BA237084DB}" type="presParOf" srcId="{703A7641-A0A9-45EE-8B22-F56BA31B8BD4}" destId="{C2F35767-7CA1-431F-8D8F-AECDC9F13ABE}" srcOrd="0" destOrd="0" presId="urn:microsoft.com/office/officeart/2005/8/layout/orgChart1"/>
    <dgm:cxn modelId="{D04913B5-3980-463A-84FE-1488F6EB6E81}" type="presParOf" srcId="{C2F35767-7CA1-431F-8D8F-AECDC9F13ABE}" destId="{8FB1BAB8-3C7A-4DE4-A269-67EF0209EF54}" srcOrd="0" destOrd="0" presId="urn:microsoft.com/office/officeart/2005/8/layout/orgChart1"/>
    <dgm:cxn modelId="{3627B1D8-D88B-42A5-A580-9239979F4C55}" type="presParOf" srcId="{C2F35767-7CA1-431F-8D8F-AECDC9F13ABE}" destId="{EA1A3C5E-C59B-48E1-B405-8CBB5F165AF8}" srcOrd="1" destOrd="0" presId="urn:microsoft.com/office/officeart/2005/8/layout/orgChart1"/>
    <dgm:cxn modelId="{0DDE1DF9-DF1F-4A7A-A1DD-E0C49E7C9ED5}" type="presParOf" srcId="{703A7641-A0A9-45EE-8B22-F56BA31B8BD4}" destId="{62DBD3DD-FF91-4C92-A025-51096BC67946}" srcOrd="1" destOrd="0" presId="urn:microsoft.com/office/officeart/2005/8/layout/orgChart1"/>
    <dgm:cxn modelId="{3F1CFA75-4B33-45D2-A87A-2CE6021F8194}" type="presParOf" srcId="{62DBD3DD-FF91-4C92-A025-51096BC67946}" destId="{1B4129E4-0871-4EE2-AAFB-420358F6E37B}" srcOrd="0" destOrd="0" presId="urn:microsoft.com/office/officeart/2005/8/layout/orgChart1"/>
    <dgm:cxn modelId="{30A73751-8D38-4453-9B56-E32042C4F89F}" type="presParOf" srcId="{62DBD3DD-FF91-4C92-A025-51096BC67946}" destId="{FBF5D4F5-66C2-4317-A594-45DF1451E9A6}" srcOrd="1" destOrd="0" presId="urn:microsoft.com/office/officeart/2005/8/layout/orgChart1"/>
    <dgm:cxn modelId="{39005AFB-8AA6-45AC-879E-CE9AB0F56CE1}" type="presParOf" srcId="{FBF5D4F5-66C2-4317-A594-45DF1451E9A6}" destId="{789DCCAB-D2E9-4759-A8C4-8092086CD936}" srcOrd="0" destOrd="0" presId="urn:microsoft.com/office/officeart/2005/8/layout/orgChart1"/>
    <dgm:cxn modelId="{6D431A38-D07B-42CB-A4D9-89920EA9CFEB}" type="presParOf" srcId="{789DCCAB-D2E9-4759-A8C4-8092086CD936}" destId="{C8C01C79-DCDC-4971-835F-D9753C9DB067}" srcOrd="0" destOrd="0" presId="urn:microsoft.com/office/officeart/2005/8/layout/orgChart1"/>
    <dgm:cxn modelId="{CE436A6B-517F-472D-83F2-EFFF7C435D52}" type="presParOf" srcId="{789DCCAB-D2E9-4759-A8C4-8092086CD936}" destId="{627BA672-2FA0-42D5-BFD6-D6A0598C4A65}" srcOrd="1" destOrd="0" presId="urn:microsoft.com/office/officeart/2005/8/layout/orgChart1"/>
    <dgm:cxn modelId="{C1494CCD-4B5A-4DEC-8A93-4CCAA8E31596}" type="presParOf" srcId="{FBF5D4F5-66C2-4317-A594-45DF1451E9A6}" destId="{1F195804-7CC8-443F-9D2F-5B8E4DBF30D4}" srcOrd="1" destOrd="0" presId="urn:microsoft.com/office/officeart/2005/8/layout/orgChart1"/>
    <dgm:cxn modelId="{B8D4AD6F-1FBF-4C37-98D4-BA197E4FF673}" type="presParOf" srcId="{FBF5D4F5-66C2-4317-A594-45DF1451E9A6}" destId="{A83101D0-24C9-4F9B-AC0D-07778C4F8EE2}" srcOrd="2" destOrd="0" presId="urn:microsoft.com/office/officeart/2005/8/layout/orgChart1"/>
    <dgm:cxn modelId="{AAAF1147-E4AB-47D6-983D-0BED028BBA30}" type="presParOf" srcId="{62DBD3DD-FF91-4C92-A025-51096BC67946}" destId="{5296EEDE-1DA6-4A5B-99C9-33D9579F0C73}" srcOrd="2" destOrd="0" presId="urn:microsoft.com/office/officeart/2005/8/layout/orgChart1"/>
    <dgm:cxn modelId="{DB5A7389-D7F5-47C0-8945-26E474AB2C33}" type="presParOf" srcId="{62DBD3DD-FF91-4C92-A025-51096BC67946}" destId="{F02FE296-E99B-45E5-B609-288EC2B430F1}" srcOrd="3" destOrd="0" presId="urn:microsoft.com/office/officeart/2005/8/layout/orgChart1"/>
    <dgm:cxn modelId="{9B52A1E8-65F9-41D0-8595-E50A8F0A4001}" type="presParOf" srcId="{F02FE296-E99B-45E5-B609-288EC2B430F1}" destId="{91B3027C-544D-4D83-AB64-0331DC62CCFA}" srcOrd="0" destOrd="0" presId="urn:microsoft.com/office/officeart/2005/8/layout/orgChart1"/>
    <dgm:cxn modelId="{7073E074-848D-448B-BE1D-3887F900438B}" type="presParOf" srcId="{91B3027C-544D-4D83-AB64-0331DC62CCFA}" destId="{F4024E7C-C97B-435E-BB47-54D5C9A0B614}" srcOrd="0" destOrd="0" presId="urn:microsoft.com/office/officeart/2005/8/layout/orgChart1"/>
    <dgm:cxn modelId="{0EF73628-6E49-44B2-8BDF-50660E04202F}" type="presParOf" srcId="{91B3027C-544D-4D83-AB64-0331DC62CCFA}" destId="{93BB671D-0BEF-444A-8890-030913E95544}" srcOrd="1" destOrd="0" presId="urn:microsoft.com/office/officeart/2005/8/layout/orgChart1"/>
    <dgm:cxn modelId="{F18B49C5-F77D-4B62-8019-D5274C98F944}" type="presParOf" srcId="{F02FE296-E99B-45E5-B609-288EC2B430F1}" destId="{0773EBA0-FD1F-4102-991E-C7836892D50E}" srcOrd="1" destOrd="0" presId="urn:microsoft.com/office/officeart/2005/8/layout/orgChart1"/>
    <dgm:cxn modelId="{FAA68057-2868-4BA1-8E51-E67A06D66D37}" type="presParOf" srcId="{F02FE296-E99B-45E5-B609-288EC2B430F1}" destId="{DD408EF8-D155-461B-8FFB-76771118611E}" srcOrd="2" destOrd="0" presId="urn:microsoft.com/office/officeart/2005/8/layout/orgChart1"/>
    <dgm:cxn modelId="{DDA75215-D097-4E4B-AE23-5D8B392D4859}" type="presParOf" srcId="{62DBD3DD-FF91-4C92-A025-51096BC67946}" destId="{DA9324CB-FAB2-48D8-9735-7B6523EDFF40}" srcOrd="4" destOrd="0" presId="urn:microsoft.com/office/officeart/2005/8/layout/orgChart1"/>
    <dgm:cxn modelId="{EDB22B2E-1448-4F27-B10E-228FA20DECBB}" type="presParOf" srcId="{62DBD3DD-FF91-4C92-A025-51096BC67946}" destId="{59AB240B-C631-4DEF-93D8-884DD894DB3F}" srcOrd="5" destOrd="0" presId="urn:microsoft.com/office/officeart/2005/8/layout/orgChart1"/>
    <dgm:cxn modelId="{0718A517-4663-4490-AE25-0037EC647FB5}" type="presParOf" srcId="{59AB240B-C631-4DEF-93D8-884DD894DB3F}" destId="{9A2702CD-DDDC-4F18-8AFE-571939295C28}" srcOrd="0" destOrd="0" presId="urn:microsoft.com/office/officeart/2005/8/layout/orgChart1"/>
    <dgm:cxn modelId="{EF359884-C5AA-4D53-A54C-2B96A08BF21F}" type="presParOf" srcId="{9A2702CD-DDDC-4F18-8AFE-571939295C28}" destId="{4E1231A5-068F-4A35-9450-A68C591467C4}" srcOrd="0" destOrd="0" presId="urn:microsoft.com/office/officeart/2005/8/layout/orgChart1"/>
    <dgm:cxn modelId="{52DAF19B-2E54-4460-88C0-E7E09C82B6D7}" type="presParOf" srcId="{9A2702CD-DDDC-4F18-8AFE-571939295C28}" destId="{3CC1E176-098F-4A7B-A131-A87368691211}" srcOrd="1" destOrd="0" presId="urn:microsoft.com/office/officeart/2005/8/layout/orgChart1"/>
    <dgm:cxn modelId="{72524F2D-C7D1-4720-8AD9-6E9C9BD3F4AE}" type="presParOf" srcId="{59AB240B-C631-4DEF-93D8-884DD894DB3F}" destId="{798B030E-B2C9-4E94-9136-8018536DC8A5}" srcOrd="1" destOrd="0" presId="urn:microsoft.com/office/officeart/2005/8/layout/orgChart1"/>
    <dgm:cxn modelId="{AF834374-5C4B-41DC-8154-6FA9515C2D44}" type="presParOf" srcId="{59AB240B-C631-4DEF-93D8-884DD894DB3F}" destId="{3A4EBD38-5CE8-458F-9EA1-9569D8926596}" srcOrd="2" destOrd="0" presId="urn:microsoft.com/office/officeart/2005/8/layout/orgChart1"/>
    <dgm:cxn modelId="{D933B90E-5D4A-4F0F-818A-FC0F494A7648}" type="presParOf" srcId="{703A7641-A0A9-45EE-8B22-F56BA31B8BD4}" destId="{649A9636-2372-4D56-90EA-ECAD450A0B6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FB1DC3E-F0D6-4367-B974-5C298F61FF4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B25490-6755-4C88-A510-34ED37AAE150}">
      <dgm:prSet phldrT="[Text]"/>
      <dgm:spPr/>
      <dgm:t>
        <a:bodyPr/>
        <a:lstStyle/>
        <a:p>
          <a:pPr>
            <a:buNone/>
          </a:pPr>
          <a:r>
            <a:rPr lang="ar-LB" b="1" dirty="0"/>
            <a:t>مقارنة أداء الطالب مقارنةً بأداء زملائهم </a:t>
          </a:r>
          <a:endParaRPr lang="en-US" dirty="0"/>
        </a:p>
      </dgm:t>
    </dgm:pt>
    <dgm:pt modelId="{C9F8039F-CFC9-4E11-B4FF-AF8AB366CB92}" type="parTrans" cxnId="{0E34C936-93AE-4B14-8CB9-5E5790CCC4D9}">
      <dgm:prSet/>
      <dgm:spPr/>
      <dgm:t>
        <a:bodyPr/>
        <a:lstStyle/>
        <a:p>
          <a:endParaRPr lang="en-US"/>
        </a:p>
      </dgm:t>
    </dgm:pt>
    <dgm:pt modelId="{3443201D-8795-448C-B49A-6B6135DDE433}" type="sibTrans" cxnId="{0E34C936-93AE-4B14-8CB9-5E5790CCC4D9}">
      <dgm:prSet/>
      <dgm:spPr/>
      <dgm:t>
        <a:bodyPr/>
        <a:lstStyle/>
        <a:p>
          <a:endParaRPr lang="en-US"/>
        </a:p>
      </dgm:t>
    </dgm:pt>
    <dgm:pt modelId="{EA1D2991-2D24-4848-9BA7-9DFF7683ABEA}">
      <dgm:prSet phldrT="[Text]"/>
      <dgm:spPr/>
      <dgm:t>
        <a:bodyPr/>
        <a:lstStyle/>
        <a:p>
          <a:pPr>
            <a:buNone/>
          </a:pPr>
          <a:r>
            <a:rPr lang="ar-LB" b="1" dirty="0"/>
            <a:t>التمييز بين الطلاب</a:t>
          </a:r>
          <a:endParaRPr lang="en-US" dirty="0"/>
        </a:p>
      </dgm:t>
    </dgm:pt>
    <dgm:pt modelId="{D0F36594-6CEA-4572-9D59-63A19B44B106}" type="parTrans" cxnId="{25627FE3-075A-42B8-8C18-84EB9976AB80}">
      <dgm:prSet/>
      <dgm:spPr/>
      <dgm:t>
        <a:bodyPr/>
        <a:lstStyle/>
        <a:p>
          <a:endParaRPr lang="en-US"/>
        </a:p>
      </dgm:t>
    </dgm:pt>
    <dgm:pt modelId="{925EA097-C617-43CA-AA22-AC42B3122335}" type="sibTrans" cxnId="{25627FE3-075A-42B8-8C18-84EB9976AB80}">
      <dgm:prSet/>
      <dgm:spPr/>
      <dgm:t>
        <a:bodyPr/>
        <a:lstStyle/>
        <a:p>
          <a:endParaRPr lang="en-US"/>
        </a:p>
      </dgm:t>
    </dgm:pt>
    <dgm:pt modelId="{249C48F3-5D9B-4A09-B615-D345E274DD24}">
      <dgm:prSet phldrT="[Text]"/>
      <dgm:spPr/>
      <dgm:t>
        <a:bodyPr/>
        <a:lstStyle/>
        <a:p>
          <a:pPr>
            <a:buNone/>
          </a:pPr>
          <a:r>
            <a:rPr lang="ar-LB" b="1" dirty="0"/>
            <a:t> يعتمد على </a:t>
          </a:r>
          <a:r>
            <a:rPr lang="ar-LB" b="1"/>
            <a:t>منحنى طبيعي</a:t>
          </a:r>
          <a:endParaRPr lang="en-US" dirty="0"/>
        </a:p>
      </dgm:t>
    </dgm:pt>
    <dgm:pt modelId="{162F3E45-3F63-40B5-9251-D3E2A4F4747D}" type="parTrans" cxnId="{9E464E9A-DD6B-42B8-89A1-225C79E4B0B1}">
      <dgm:prSet/>
      <dgm:spPr/>
      <dgm:t>
        <a:bodyPr/>
        <a:lstStyle/>
        <a:p>
          <a:endParaRPr lang="en-US"/>
        </a:p>
      </dgm:t>
    </dgm:pt>
    <dgm:pt modelId="{C1652865-265B-47A7-9E23-EF41E15EEBD0}" type="sibTrans" cxnId="{9E464E9A-DD6B-42B8-89A1-225C79E4B0B1}">
      <dgm:prSet/>
      <dgm:spPr/>
      <dgm:t>
        <a:bodyPr/>
        <a:lstStyle/>
        <a:p>
          <a:endParaRPr lang="en-US"/>
        </a:p>
      </dgm:t>
    </dgm:pt>
    <dgm:pt modelId="{E2BC0815-A5A7-48DD-966A-8D16CE1A0018}" type="pres">
      <dgm:prSet presAssocID="{7FB1DC3E-F0D6-4367-B974-5C298F61FF48}" presName="linear" presStyleCnt="0">
        <dgm:presLayoutVars>
          <dgm:dir/>
          <dgm:animLvl val="lvl"/>
          <dgm:resizeHandles val="exact"/>
        </dgm:presLayoutVars>
      </dgm:prSet>
      <dgm:spPr/>
    </dgm:pt>
    <dgm:pt modelId="{01928336-3A84-48B9-B002-5492D996336A}" type="pres">
      <dgm:prSet presAssocID="{68B25490-6755-4C88-A510-34ED37AAE150}" presName="parentLin" presStyleCnt="0"/>
      <dgm:spPr/>
    </dgm:pt>
    <dgm:pt modelId="{29B6B541-1944-4DA3-BAB1-712978755934}" type="pres">
      <dgm:prSet presAssocID="{68B25490-6755-4C88-A510-34ED37AAE150}" presName="parentLeftMargin" presStyleLbl="node1" presStyleIdx="0" presStyleCnt="3"/>
      <dgm:spPr/>
    </dgm:pt>
    <dgm:pt modelId="{5C81D8E3-835C-4A9B-AF8E-BCCE311DCB4F}" type="pres">
      <dgm:prSet presAssocID="{68B25490-6755-4C88-A510-34ED37AAE15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C4F6F6-F1C8-4DFF-8D34-63EFEA66D0E5}" type="pres">
      <dgm:prSet presAssocID="{68B25490-6755-4C88-A510-34ED37AAE150}" presName="negativeSpace" presStyleCnt="0"/>
      <dgm:spPr/>
    </dgm:pt>
    <dgm:pt modelId="{57A0E820-5807-4468-A1D8-F4EEECDDAB26}" type="pres">
      <dgm:prSet presAssocID="{68B25490-6755-4C88-A510-34ED37AAE150}" presName="childText" presStyleLbl="conFgAcc1" presStyleIdx="0" presStyleCnt="3">
        <dgm:presLayoutVars>
          <dgm:bulletEnabled val="1"/>
        </dgm:presLayoutVars>
      </dgm:prSet>
      <dgm:spPr/>
    </dgm:pt>
    <dgm:pt modelId="{19B53893-F5A3-4B21-9962-A7EA621504FE}" type="pres">
      <dgm:prSet presAssocID="{3443201D-8795-448C-B49A-6B6135DDE433}" presName="spaceBetweenRectangles" presStyleCnt="0"/>
      <dgm:spPr/>
    </dgm:pt>
    <dgm:pt modelId="{FC562EB1-96B0-4B0C-8E62-11B2A2A96118}" type="pres">
      <dgm:prSet presAssocID="{EA1D2991-2D24-4848-9BA7-9DFF7683ABEA}" presName="parentLin" presStyleCnt="0"/>
      <dgm:spPr/>
    </dgm:pt>
    <dgm:pt modelId="{098DF643-316B-4AAE-A541-2F6B124BB8DF}" type="pres">
      <dgm:prSet presAssocID="{EA1D2991-2D24-4848-9BA7-9DFF7683ABEA}" presName="parentLeftMargin" presStyleLbl="node1" presStyleIdx="0" presStyleCnt="3"/>
      <dgm:spPr/>
    </dgm:pt>
    <dgm:pt modelId="{FDC14AC3-30BF-4C5F-B723-EF46691E9C17}" type="pres">
      <dgm:prSet presAssocID="{EA1D2991-2D24-4848-9BA7-9DFF7683ABE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661963C-0084-418A-BD49-F93C12A3035D}" type="pres">
      <dgm:prSet presAssocID="{EA1D2991-2D24-4848-9BA7-9DFF7683ABEA}" presName="negativeSpace" presStyleCnt="0"/>
      <dgm:spPr/>
    </dgm:pt>
    <dgm:pt modelId="{437C2208-DF40-49FA-B035-DAEDA7498DD1}" type="pres">
      <dgm:prSet presAssocID="{EA1D2991-2D24-4848-9BA7-9DFF7683ABEA}" presName="childText" presStyleLbl="conFgAcc1" presStyleIdx="1" presStyleCnt="3">
        <dgm:presLayoutVars>
          <dgm:bulletEnabled val="1"/>
        </dgm:presLayoutVars>
      </dgm:prSet>
      <dgm:spPr/>
    </dgm:pt>
    <dgm:pt modelId="{3C99B004-B665-4C6F-A398-7403891A7727}" type="pres">
      <dgm:prSet presAssocID="{925EA097-C617-43CA-AA22-AC42B3122335}" presName="spaceBetweenRectangles" presStyleCnt="0"/>
      <dgm:spPr/>
    </dgm:pt>
    <dgm:pt modelId="{24BDD724-3DA9-463E-A2AF-7E55C70763F8}" type="pres">
      <dgm:prSet presAssocID="{249C48F3-5D9B-4A09-B615-D345E274DD24}" presName="parentLin" presStyleCnt="0"/>
      <dgm:spPr/>
    </dgm:pt>
    <dgm:pt modelId="{B50F7720-D004-46D6-AF09-2E6954C52645}" type="pres">
      <dgm:prSet presAssocID="{249C48F3-5D9B-4A09-B615-D345E274DD24}" presName="parentLeftMargin" presStyleLbl="node1" presStyleIdx="1" presStyleCnt="3"/>
      <dgm:spPr/>
    </dgm:pt>
    <dgm:pt modelId="{FEC203C9-0910-4EE3-A006-55A43162EB92}" type="pres">
      <dgm:prSet presAssocID="{249C48F3-5D9B-4A09-B615-D345E274DD2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B799E25-B821-417C-808A-45B044551582}" type="pres">
      <dgm:prSet presAssocID="{249C48F3-5D9B-4A09-B615-D345E274DD24}" presName="negativeSpace" presStyleCnt="0"/>
      <dgm:spPr/>
    </dgm:pt>
    <dgm:pt modelId="{364C1411-9F74-4F10-A0BF-BE40C0DA49E9}" type="pres">
      <dgm:prSet presAssocID="{249C48F3-5D9B-4A09-B615-D345E274DD2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78DFF02-67D1-499A-B487-4EB25BD5AAE5}" type="presOf" srcId="{68B25490-6755-4C88-A510-34ED37AAE150}" destId="{29B6B541-1944-4DA3-BAB1-712978755934}" srcOrd="0" destOrd="0" presId="urn:microsoft.com/office/officeart/2005/8/layout/list1"/>
    <dgm:cxn modelId="{0E34C936-93AE-4B14-8CB9-5E5790CCC4D9}" srcId="{7FB1DC3E-F0D6-4367-B974-5C298F61FF48}" destId="{68B25490-6755-4C88-A510-34ED37AAE150}" srcOrd="0" destOrd="0" parTransId="{C9F8039F-CFC9-4E11-B4FF-AF8AB366CB92}" sibTransId="{3443201D-8795-448C-B49A-6B6135DDE433}"/>
    <dgm:cxn modelId="{EE0D1D4D-EC0E-4178-B7EE-1D3EFEF1AF6B}" type="presOf" srcId="{68B25490-6755-4C88-A510-34ED37AAE150}" destId="{5C81D8E3-835C-4A9B-AF8E-BCCE311DCB4F}" srcOrd="1" destOrd="0" presId="urn:microsoft.com/office/officeart/2005/8/layout/list1"/>
    <dgm:cxn modelId="{6FD00055-EE16-4D8D-A438-F81023279152}" type="presOf" srcId="{249C48F3-5D9B-4A09-B615-D345E274DD24}" destId="{B50F7720-D004-46D6-AF09-2E6954C52645}" srcOrd="0" destOrd="0" presId="urn:microsoft.com/office/officeart/2005/8/layout/list1"/>
    <dgm:cxn modelId="{9E464E9A-DD6B-42B8-89A1-225C79E4B0B1}" srcId="{7FB1DC3E-F0D6-4367-B974-5C298F61FF48}" destId="{249C48F3-5D9B-4A09-B615-D345E274DD24}" srcOrd="2" destOrd="0" parTransId="{162F3E45-3F63-40B5-9251-D3E2A4F4747D}" sibTransId="{C1652865-265B-47A7-9E23-EF41E15EEBD0}"/>
    <dgm:cxn modelId="{EED862AE-6A6C-4303-886A-957F8B64615B}" type="presOf" srcId="{249C48F3-5D9B-4A09-B615-D345E274DD24}" destId="{FEC203C9-0910-4EE3-A006-55A43162EB92}" srcOrd="1" destOrd="0" presId="urn:microsoft.com/office/officeart/2005/8/layout/list1"/>
    <dgm:cxn modelId="{CA26B4C0-6058-4226-A6D9-28559BBB0E8E}" type="presOf" srcId="{7FB1DC3E-F0D6-4367-B974-5C298F61FF48}" destId="{E2BC0815-A5A7-48DD-966A-8D16CE1A0018}" srcOrd="0" destOrd="0" presId="urn:microsoft.com/office/officeart/2005/8/layout/list1"/>
    <dgm:cxn modelId="{EDFA9AD6-A1A2-4247-A666-FE74D82194CD}" type="presOf" srcId="{EA1D2991-2D24-4848-9BA7-9DFF7683ABEA}" destId="{FDC14AC3-30BF-4C5F-B723-EF46691E9C17}" srcOrd="1" destOrd="0" presId="urn:microsoft.com/office/officeart/2005/8/layout/list1"/>
    <dgm:cxn modelId="{25627FE3-075A-42B8-8C18-84EB9976AB80}" srcId="{7FB1DC3E-F0D6-4367-B974-5C298F61FF48}" destId="{EA1D2991-2D24-4848-9BA7-9DFF7683ABEA}" srcOrd="1" destOrd="0" parTransId="{D0F36594-6CEA-4572-9D59-63A19B44B106}" sibTransId="{925EA097-C617-43CA-AA22-AC42B3122335}"/>
    <dgm:cxn modelId="{47488FE4-BBAB-48D9-ABD4-C9CF367E1C1E}" type="presOf" srcId="{EA1D2991-2D24-4848-9BA7-9DFF7683ABEA}" destId="{098DF643-316B-4AAE-A541-2F6B124BB8DF}" srcOrd="0" destOrd="0" presId="urn:microsoft.com/office/officeart/2005/8/layout/list1"/>
    <dgm:cxn modelId="{B33026AB-0871-4077-BB3C-65A3FDEB252B}" type="presParOf" srcId="{E2BC0815-A5A7-48DD-966A-8D16CE1A0018}" destId="{01928336-3A84-48B9-B002-5492D996336A}" srcOrd="0" destOrd="0" presId="urn:microsoft.com/office/officeart/2005/8/layout/list1"/>
    <dgm:cxn modelId="{188ABC3D-248B-4685-AD59-6BBDB6103F8E}" type="presParOf" srcId="{01928336-3A84-48B9-B002-5492D996336A}" destId="{29B6B541-1944-4DA3-BAB1-712978755934}" srcOrd="0" destOrd="0" presId="urn:microsoft.com/office/officeart/2005/8/layout/list1"/>
    <dgm:cxn modelId="{AB263B03-21AF-4D3D-8D6D-AC00D8D23AA8}" type="presParOf" srcId="{01928336-3A84-48B9-B002-5492D996336A}" destId="{5C81D8E3-835C-4A9B-AF8E-BCCE311DCB4F}" srcOrd="1" destOrd="0" presId="urn:microsoft.com/office/officeart/2005/8/layout/list1"/>
    <dgm:cxn modelId="{D4C67989-39E6-43B6-8420-309EEA572A68}" type="presParOf" srcId="{E2BC0815-A5A7-48DD-966A-8D16CE1A0018}" destId="{F9C4F6F6-F1C8-4DFF-8D34-63EFEA66D0E5}" srcOrd="1" destOrd="0" presId="urn:microsoft.com/office/officeart/2005/8/layout/list1"/>
    <dgm:cxn modelId="{1162675A-F4E1-4695-A8D5-CA9298D7A995}" type="presParOf" srcId="{E2BC0815-A5A7-48DD-966A-8D16CE1A0018}" destId="{57A0E820-5807-4468-A1D8-F4EEECDDAB26}" srcOrd="2" destOrd="0" presId="urn:microsoft.com/office/officeart/2005/8/layout/list1"/>
    <dgm:cxn modelId="{5FFB0FC5-CC94-45CC-A516-95CC247E6B53}" type="presParOf" srcId="{E2BC0815-A5A7-48DD-966A-8D16CE1A0018}" destId="{19B53893-F5A3-4B21-9962-A7EA621504FE}" srcOrd="3" destOrd="0" presId="urn:microsoft.com/office/officeart/2005/8/layout/list1"/>
    <dgm:cxn modelId="{69F098C6-917C-46BB-86B1-50C24E8244CD}" type="presParOf" srcId="{E2BC0815-A5A7-48DD-966A-8D16CE1A0018}" destId="{FC562EB1-96B0-4B0C-8E62-11B2A2A96118}" srcOrd="4" destOrd="0" presId="urn:microsoft.com/office/officeart/2005/8/layout/list1"/>
    <dgm:cxn modelId="{7AC3CE66-461B-4351-8D5E-DE2BD543EB5A}" type="presParOf" srcId="{FC562EB1-96B0-4B0C-8E62-11B2A2A96118}" destId="{098DF643-316B-4AAE-A541-2F6B124BB8DF}" srcOrd="0" destOrd="0" presId="urn:microsoft.com/office/officeart/2005/8/layout/list1"/>
    <dgm:cxn modelId="{425F6389-1797-41D1-AFF5-8C986A95FF54}" type="presParOf" srcId="{FC562EB1-96B0-4B0C-8E62-11B2A2A96118}" destId="{FDC14AC3-30BF-4C5F-B723-EF46691E9C17}" srcOrd="1" destOrd="0" presId="urn:microsoft.com/office/officeart/2005/8/layout/list1"/>
    <dgm:cxn modelId="{41B21037-E45E-40AB-B71F-C0CDD45DE810}" type="presParOf" srcId="{E2BC0815-A5A7-48DD-966A-8D16CE1A0018}" destId="{A661963C-0084-418A-BD49-F93C12A3035D}" srcOrd="5" destOrd="0" presId="urn:microsoft.com/office/officeart/2005/8/layout/list1"/>
    <dgm:cxn modelId="{58C2A551-680F-40B9-B373-2DBFC90E6098}" type="presParOf" srcId="{E2BC0815-A5A7-48DD-966A-8D16CE1A0018}" destId="{437C2208-DF40-49FA-B035-DAEDA7498DD1}" srcOrd="6" destOrd="0" presId="urn:microsoft.com/office/officeart/2005/8/layout/list1"/>
    <dgm:cxn modelId="{55246C2E-975D-4F18-870C-A9C1A05310B6}" type="presParOf" srcId="{E2BC0815-A5A7-48DD-966A-8D16CE1A0018}" destId="{3C99B004-B665-4C6F-A398-7403891A7727}" srcOrd="7" destOrd="0" presId="urn:microsoft.com/office/officeart/2005/8/layout/list1"/>
    <dgm:cxn modelId="{ACF4C3B2-321E-4AA9-8308-92D71FEBA018}" type="presParOf" srcId="{E2BC0815-A5A7-48DD-966A-8D16CE1A0018}" destId="{24BDD724-3DA9-463E-A2AF-7E55C70763F8}" srcOrd="8" destOrd="0" presId="urn:microsoft.com/office/officeart/2005/8/layout/list1"/>
    <dgm:cxn modelId="{7A2126FE-3261-4560-A481-BF79228712AB}" type="presParOf" srcId="{24BDD724-3DA9-463E-A2AF-7E55C70763F8}" destId="{B50F7720-D004-46D6-AF09-2E6954C52645}" srcOrd="0" destOrd="0" presId="urn:microsoft.com/office/officeart/2005/8/layout/list1"/>
    <dgm:cxn modelId="{94168964-19E1-457C-9458-3C2D9E088B29}" type="presParOf" srcId="{24BDD724-3DA9-463E-A2AF-7E55C70763F8}" destId="{FEC203C9-0910-4EE3-A006-55A43162EB92}" srcOrd="1" destOrd="0" presId="urn:microsoft.com/office/officeart/2005/8/layout/list1"/>
    <dgm:cxn modelId="{4EADA8EE-F22B-46FF-BF76-6AF716B27142}" type="presParOf" srcId="{E2BC0815-A5A7-48DD-966A-8D16CE1A0018}" destId="{1B799E25-B821-417C-808A-45B044551582}" srcOrd="9" destOrd="0" presId="urn:microsoft.com/office/officeart/2005/8/layout/list1"/>
    <dgm:cxn modelId="{4A302A2E-CE3E-4511-B4B5-BC91642FCBF3}" type="presParOf" srcId="{E2BC0815-A5A7-48DD-966A-8D16CE1A0018}" destId="{364C1411-9F74-4F10-A0BF-BE40C0DA49E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A3F85B5-33BF-44E2-8DEE-4D4C20388472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80ED56-9DE3-4FFB-BC71-46BA2F0A48D3}">
      <dgm:prSet phldrT="[Text]" phldr="0"/>
      <dgm:spPr/>
      <dgm:t>
        <a:bodyPr/>
        <a:lstStyle/>
        <a:p>
          <a:r>
            <a:rPr lang="ar-LB" dirty="0"/>
            <a:t>لماذا</a:t>
          </a:r>
          <a:endParaRPr lang="en-US" dirty="0"/>
        </a:p>
      </dgm:t>
    </dgm:pt>
    <dgm:pt modelId="{B96435A5-F106-4E03-AD59-224795A9E806}" type="parTrans" cxnId="{68B8FAE0-2872-45EF-8330-9DAE6FFEEDD7}">
      <dgm:prSet/>
      <dgm:spPr/>
      <dgm:t>
        <a:bodyPr/>
        <a:lstStyle/>
        <a:p>
          <a:endParaRPr lang="en-US"/>
        </a:p>
      </dgm:t>
    </dgm:pt>
    <dgm:pt modelId="{C322F9FA-D372-479E-AA23-B3FCF404A78E}" type="sibTrans" cxnId="{68B8FAE0-2872-45EF-8330-9DAE6FFEEDD7}">
      <dgm:prSet/>
      <dgm:spPr/>
      <dgm:t>
        <a:bodyPr/>
        <a:lstStyle/>
        <a:p>
          <a:endParaRPr lang="en-US"/>
        </a:p>
      </dgm:t>
    </dgm:pt>
    <dgm:pt modelId="{DA09CA66-3237-4A0C-BF87-2B6CE8D02176}">
      <dgm:prSet phldrT="[Text]"/>
      <dgm:spPr/>
      <dgm:t>
        <a:bodyPr/>
        <a:lstStyle/>
        <a:p>
          <a:pPr>
            <a:buNone/>
          </a:pPr>
          <a:r>
            <a:rPr lang="ar-LB" b="1" dirty="0"/>
            <a:t>صعبًا جدًا</a:t>
          </a:r>
          <a:endParaRPr lang="en-US" dirty="0"/>
        </a:p>
      </dgm:t>
    </dgm:pt>
    <dgm:pt modelId="{02546F07-7441-4436-B611-BAAA76DC30FD}" type="parTrans" cxnId="{05BB56CA-4F69-41FB-8601-03CDE963F93E}">
      <dgm:prSet/>
      <dgm:spPr/>
      <dgm:t>
        <a:bodyPr/>
        <a:lstStyle/>
        <a:p>
          <a:endParaRPr lang="en-US"/>
        </a:p>
      </dgm:t>
    </dgm:pt>
    <dgm:pt modelId="{72DC744B-07BC-430A-9D7A-0580D34CC9C5}" type="sibTrans" cxnId="{05BB56CA-4F69-41FB-8601-03CDE963F93E}">
      <dgm:prSet/>
      <dgm:spPr/>
      <dgm:t>
        <a:bodyPr/>
        <a:lstStyle/>
        <a:p>
          <a:endParaRPr lang="en-US"/>
        </a:p>
      </dgm:t>
    </dgm:pt>
    <dgm:pt modelId="{268985CF-3FC3-4E2D-BAAC-24710B438EFA}">
      <dgm:prSet phldrT="[Text]"/>
      <dgm:spPr/>
      <dgm:t>
        <a:bodyPr/>
        <a:lstStyle/>
        <a:p>
          <a:pPr>
            <a:buNone/>
          </a:pPr>
          <a:r>
            <a:rPr lang="ar-LB" b="1" dirty="0"/>
            <a:t>سهلاً جدًا</a:t>
          </a:r>
          <a:endParaRPr lang="en-US" dirty="0"/>
        </a:p>
      </dgm:t>
    </dgm:pt>
    <dgm:pt modelId="{FEC25D9A-00CD-4C70-98FD-02E5734E3782}" type="parTrans" cxnId="{58DADF0C-0DD1-47DB-86C6-F15A5188D99F}">
      <dgm:prSet/>
      <dgm:spPr/>
      <dgm:t>
        <a:bodyPr/>
        <a:lstStyle/>
        <a:p>
          <a:endParaRPr lang="en-US"/>
        </a:p>
      </dgm:t>
    </dgm:pt>
    <dgm:pt modelId="{F693DBEA-4165-4BD5-A913-B81685F15F9D}" type="sibTrans" cxnId="{58DADF0C-0DD1-47DB-86C6-F15A5188D99F}">
      <dgm:prSet/>
      <dgm:spPr/>
      <dgm:t>
        <a:bodyPr/>
        <a:lstStyle/>
        <a:p>
          <a:endParaRPr lang="en-US"/>
        </a:p>
      </dgm:t>
    </dgm:pt>
    <dgm:pt modelId="{8F4975E2-BBC2-4686-8244-47A108D38469}">
      <dgm:prSet phldrT="[Text]"/>
      <dgm:spPr/>
      <dgm:t>
        <a:bodyPr/>
        <a:lstStyle/>
        <a:p>
          <a:pPr>
            <a:buNone/>
          </a:pPr>
          <a:r>
            <a:rPr lang="ar-LB" b="1" dirty="0"/>
            <a:t>خلق توزيع معياري</a:t>
          </a:r>
          <a:endParaRPr lang="en-US" dirty="0"/>
        </a:p>
      </dgm:t>
    </dgm:pt>
    <dgm:pt modelId="{9B1D9CE9-80FD-479B-AB54-7B7F765B031D}" type="parTrans" cxnId="{869D4B9A-7165-4662-A79A-B46FF9358B6E}">
      <dgm:prSet/>
      <dgm:spPr/>
      <dgm:t>
        <a:bodyPr/>
        <a:lstStyle/>
        <a:p>
          <a:endParaRPr lang="en-US"/>
        </a:p>
      </dgm:t>
    </dgm:pt>
    <dgm:pt modelId="{3391E780-9913-45F4-BCF4-716755DAF5B2}" type="sibTrans" cxnId="{869D4B9A-7165-4662-A79A-B46FF9358B6E}">
      <dgm:prSet/>
      <dgm:spPr/>
      <dgm:t>
        <a:bodyPr/>
        <a:lstStyle/>
        <a:p>
          <a:endParaRPr lang="en-US"/>
        </a:p>
      </dgm:t>
    </dgm:pt>
    <dgm:pt modelId="{98EDE541-0353-4FD1-B553-96B72BFE66DF}">
      <dgm:prSet phldrT="[Text]"/>
      <dgm:spPr/>
      <dgm:t>
        <a:bodyPr/>
        <a:lstStyle/>
        <a:p>
          <a:pPr>
            <a:buNone/>
          </a:pPr>
          <a:r>
            <a:rPr lang="ar-LB" b="1" dirty="0"/>
            <a:t>مقارنة دفعات مختلفة</a:t>
          </a:r>
          <a:endParaRPr lang="en-US" dirty="0"/>
        </a:p>
      </dgm:t>
    </dgm:pt>
    <dgm:pt modelId="{FCD63DD5-0FC2-4E3E-82CD-C902A3710B25}" type="parTrans" cxnId="{E6BEB09B-0295-412A-806B-2D47B83324FF}">
      <dgm:prSet/>
      <dgm:spPr/>
      <dgm:t>
        <a:bodyPr/>
        <a:lstStyle/>
        <a:p>
          <a:endParaRPr lang="en-US"/>
        </a:p>
      </dgm:t>
    </dgm:pt>
    <dgm:pt modelId="{E2CD22A5-30B4-43D2-94DE-EAFF0D8E29D0}" type="sibTrans" cxnId="{E6BEB09B-0295-412A-806B-2D47B83324FF}">
      <dgm:prSet/>
      <dgm:spPr/>
      <dgm:t>
        <a:bodyPr/>
        <a:lstStyle/>
        <a:p>
          <a:endParaRPr lang="en-US"/>
        </a:p>
      </dgm:t>
    </dgm:pt>
    <dgm:pt modelId="{B64623B6-E9F7-4A5D-B67F-7F971100FA0A}">
      <dgm:prSet phldrT="[Text]"/>
      <dgm:spPr/>
      <dgm:t>
        <a:bodyPr/>
        <a:lstStyle/>
        <a:p>
          <a:pPr>
            <a:buNone/>
          </a:pPr>
          <a:r>
            <a:rPr lang="ar-LB" b="1" dirty="0"/>
            <a:t>تصحيح خلل</a:t>
          </a:r>
          <a:endParaRPr lang="en-US" dirty="0"/>
        </a:p>
      </dgm:t>
    </dgm:pt>
    <dgm:pt modelId="{F8251B1E-45DB-467D-AA8E-6C04EF43E73A}" type="parTrans" cxnId="{65CFF0B0-3C9C-4A4D-AA87-FF44CBB81726}">
      <dgm:prSet/>
      <dgm:spPr/>
      <dgm:t>
        <a:bodyPr/>
        <a:lstStyle/>
        <a:p>
          <a:endParaRPr lang="en-US"/>
        </a:p>
      </dgm:t>
    </dgm:pt>
    <dgm:pt modelId="{221B1165-A301-435D-8BB8-4770480D338F}" type="sibTrans" cxnId="{65CFF0B0-3C9C-4A4D-AA87-FF44CBB81726}">
      <dgm:prSet/>
      <dgm:spPr/>
      <dgm:t>
        <a:bodyPr/>
        <a:lstStyle/>
        <a:p>
          <a:endParaRPr lang="en-US"/>
        </a:p>
      </dgm:t>
    </dgm:pt>
    <dgm:pt modelId="{62CDB299-27BE-466E-A3C7-477C17698E10}" type="pres">
      <dgm:prSet presAssocID="{AA3F85B5-33BF-44E2-8DEE-4D4C20388472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1F1FD82-76DE-45C0-BD74-E4EE2FB812FF}" type="pres">
      <dgm:prSet presAssocID="{9A80ED56-9DE3-4FFB-BC71-46BA2F0A48D3}" presName="centerShape" presStyleLbl="node0" presStyleIdx="0" presStyleCnt="1"/>
      <dgm:spPr/>
    </dgm:pt>
    <dgm:pt modelId="{6213A876-7A50-4CAC-9F02-425D0B490EF5}" type="pres">
      <dgm:prSet presAssocID="{DA09CA66-3237-4A0C-BF87-2B6CE8D02176}" presName="node" presStyleLbl="node1" presStyleIdx="0" presStyleCnt="5">
        <dgm:presLayoutVars>
          <dgm:bulletEnabled val="1"/>
        </dgm:presLayoutVars>
      </dgm:prSet>
      <dgm:spPr/>
    </dgm:pt>
    <dgm:pt modelId="{D0B2DF73-380A-485D-A334-9AE81589315A}" type="pres">
      <dgm:prSet presAssocID="{DA09CA66-3237-4A0C-BF87-2B6CE8D02176}" presName="dummy" presStyleCnt="0"/>
      <dgm:spPr/>
    </dgm:pt>
    <dgm:pt modelId="{D905BE8F-6F2B-435A-90D7-19527654F619}" type="pres">
      <dgm:prSet presAssocID="{72DC744B-07BC-430A-9D7A-0580D34CC9C5}" presName="sibTrans" presStyleLbl="sibTrans2D1" presStyleIdx="0" presStyleCnt="5"/>
      <dgm:spPr/>
    </dgm:pt>
    <dgm:pt modelId="{057BF85F-D791-4D13-B478-1164F0256B75}" type="pres">
      <dgm:prSet presAssocID="{268985CF-3FC3-4E2D-BAAC-24710B438EFA}" presName="node" presStyleLbl="node1" presStyleIdx="1" presStyleCnt="5">
        <dgm:presLayoutVars>
          <dgm:bulletEnabled val="1"/>
        </dgm:presLayoutVars>
      </dgm:prSet>
      <dgm:spPr/>
    </dgm:pt>
    <dgm:pt modelId="{89E9E486-FBD8-4EAA-A412-F8AFAA1D14FD}" type="pres">
      <dgm:prSet presAssocID="{268985CF-3FC3-4E2D-BAAC-24710B438EFA}" presName="dummy" presStyleCnt="0"/>
      <dgm:spPr/>
    </dgm:pt>
    <dgm:pt modelId="{48230A90-18F7-489D-BD93-E5228D950527}" type="pres">
      <dgm:prSet presAssocID="{F693DBEA-4165-4BD5-A913-B81685F15F9D}" presName="sibTrans" presStyleLbl="sibTrans2D1" presStyleIdx="1" presStyleCnt="5"/>
      <dgm:spPr/>
    </dgm:pt>
    <dgm:pt modelId="{4AE8BD78-18BE-4938-B116-0AECF69CF0D1}" type="pres">
      <dgm:prSet presAssocID="{8F4975E2-BBC2-4686-8244-47A108D38469}" presName="node" presStyleLbl="node1" presStyleIdx="2" presStyleCnt="5">
        <dgm:presLayoutVars>
          <dgm:bulletEnabled val="1"/>
        </dgm:presLayoutVars>
      </dgm:prSet>
      <dgm:spPr/>
    </dgm:pt>
    <dgm:pt modelId="{1B8C5C19-9619-45A9-9401-1F7BF355A396}" type="pres">
      <dgm:prSet presAssocID="{8F4975E2-BBC2-4686-8244-47A108D38469}" presName="dummy" presStyleCnt="0"/>
      <dgm:spPr/>
    </dgm:pt>
    <dgm:pt modelId="{BD35E193-2834-4BFF-B5AB-92FB46007D71}" type="pres">
      <dgm:prSet presAssocID="{3391E780-9913-45F4-BCF4-716755DAF5B2}" presName="sibTrans" presStyleLbl="sibTrans2D1" presStyleIdx="2" presStyleCnt="5"/>
      <dgm:spPr/>
    </dgm:pt>
    <dgm:pt modelId="{0FD6FC50-84FC-4ECF-9195-6698F2B18E21}" type="pres">
      <dgm:prSet presAssocID="{98EDE541-0353-4FD1-B553-96B72BFE66DF}" presName="node" presStyleLbl="node1" presStyleIdx="3" presStyleCnt="5">
        <dgm:presLayoutVars>
          <dgm:bulletEnabled val="1"/>
        </dgm:presLayoutVars>
      </dgm:prSet>
      <dgm:spPr/>
    </dgm:pt>
    <dgm:pt modelId="{F7DCC086-EF65-41F8-AA9D-4ECCBE4DBD29}" type="pres">
      <dgm:prSet presAssocID="{98EDE541-0353-4FD1-B553-96B72BFE66DF}" presName="dummy" presStyleCnt="0"/>
      <dgm:spPr/>
    </dgm:pt>
    <dgm:pt modelId="{9A70E0C3-7B58-4128-BD3E-F9B013D51ECC}" type="pres">
      <dgm:prSet presAssocID="{E2CD22A5-30B4-43D2-94DE-EAFF0D8E29D0}" presName="sibTrans" presStyleLbl="sibTrans2D1" presStyleIdx="3" presStyleCnt="5"/>
      <dgm:spPr/>
    </dgm:pt>
    <dgm:pt modelId="{10CC148F-1824-4D75-B58F-E76A8234F2F8}" type="pres">
      <dgm:prSet presAssocID="{B64623B6-E9F7-4A5D-B67F-7F971100FA0A}" presName="node" presStyleLbl="node1" presStyleIdx="4" presStyleCnt="5">
        <dgm:presLayoutVars>
          <dgm:bulletEnabled val="1"/>
        </dgm:presLayoutVars>
      </dgm:prSet>
      <dgm:spPr/>
    </dgm:pt>
    <dgm:pt modelId="{FE1F52CF-E6D1-4847-B68A-9B3BAED7D4CB}" type="pres">
      <dgm:prSet presAssocID="{B64623B6-E9F7-4A5D-B67F-7F971100FA0A}" presName="dummy" presStyleCnt="0"/>
      <dgm:spPr/>
    </dgm:pt>
    <dgm:pt modelId="{4F762218-04D8-4114-877A-E43857CE8362}" type="pres">
      <dgm:prSet presAssocID="{221B1165-A301-435D-8BB8-4770480D338F}" presName="sibTrans" presStyleLbl="sibTrans2D1" presStyleIdx="4" presStyleCnt="5"/>
      <dgm:spPr/>
    </dgm:pt>
  </dgm:ptLst>
  <dgm:cxnLst>
    <dgm:cxn modelId="{58DADF0C-0DD1-47DB-86C6-F15A5188D99F}" srcId="{9A80ED56-9DE3-4FFB-BC71-46BA2F0A48D3}" destId="{268985CF-3FC3-4E2D-BAAC-24710B438EFA}" srcOrd="1" destOrd="0" parTransId="{FEC25D9A-00CD-4C70-98FD-02E5734E3782}" sibTransId="{F693DBEA-4165-4BD5-A913-B81685F15F9D}"/>
    <dgm:cxn modelId="{C60A031A-5176-4F0D-B24B-351C2B9801A3}" type="presOf" srcId="{8F4975E2-BBC2-4686-8244-47A108D38469}" destId="{4AE8BD78-18BE-4938-B116-0AECF69CF0D1}" srcOrd="0" destOrd="0" presId="urn:microsoft.com/office/officeart/2005/8/layout/radial6"/>
    <dgm:cxn modelId="{54A91030-E1AF-4DB7-BB0E-4C87B430FAB0}" type="presOf" srcId="{9A80ED56-9DE3-4FFB-BC71-46BA2F0A48D3}" destId="{E1F1FD82-76DE-45C0-BD74-E4EE2FB812FF}" srcOrd="0" destOrd="0" presId="urn:microsoft.com/office/officeart/2005/8/layout/radial6"/>
    <dgm:cxn modelId="{4E4DCE35-6FA9-458F-A94D-34480A9669BF}" type="presOf" srcId="{221B1165-A301-435D-8BB8-4770480D338F}" destId="{4F762218-04D8-4114-877A-E43857CE8362}" srcOrd="0" destOrd="0" presId="urn:microsoft.com/office/officeart/2005/8/layout/radial6"/>
    <dgm:cxn modelId="{29B61A56-0DB6-41B5-8202-19E9909486AB}" type="presOf" srcId="{98EDE541-0353-4FD1-B553-96B72BFE66DF}" destId="{0FD6FC50-84FC-4ECF-9195-6698F2B18E21}" srcOrd="0" destOrd="0" presId="urn:microsoft.com/office/officeart/2005/8/layout/radial6"/>
    <dgm:cxn modelId="{D15A7A78-5035-486E-B0FA-BE729DB4B3CA}" type="presOf" srcId="{E2CD22A5-30B4-43D2-94DE-EAFF0D8E29D0}" destId="{9A70E0C3-7B58-4128-BD3E-F9B013D51ECC}" srcOrd="0" destOrd="0" presId="urn:microsoft.com/office/officeart/2005/8/layout/radial6"/>
    <dgm:cxn modelId="{3AD38A91-FAEC-4C26-A5FD-81FC83923E7E}" type="presOf" srcId="{F693DBEA-4165-4BD5-A913-B81685F15F9D}" destId="{48230A90-18F7-489D-BD93-E5228D950527}" srcOrd="0" destOrd="0" presId="urn:microsoft.com/office/officeart/2005/8/layout/radial6"/>
    <dgm:cxn modelId="{AC836995-DA45-4991-9CD8-EB340A8CFB77}" type="presOf" srcId="{3391E780-9913-45F4-BCF4-716755DAF5B2}" destId="{BD35E193-2834-4BFF-B5AB-92FB46007D71}" srcOrd="0" destOrd="0" presId="urn:microsoft.com/office/officeart/2005/8/layout/radial6"/>
    <dgm:cxn modelId="{243D3C9A-718D-4608-9261-7A52D1D60755}" type="presOf" srcId="{DA09CA66-3237-4A0C-BF87-2B6CE8D02176}" destId="{6213A876-7A50-4CAC-9F02-425D0B490EF5}" srcOrd="0" destOrd="0" presId="urn:microsoft.com/office/officeart/2005/8/layout/radial6"/>
    <dgm:cxn modelId="{869D4B9A-7165-4662-A79A-B46FF9358B6E}" srcId="{9A80ED56-9DE3-4FFB-BC71-46BA2F0A48D3}" destId="{8F4975E2-BBC2-4686-8244-47A108D38469}" srcOrd="2" destOrd="0" parTransId="{9B1D9CE9-80FD-479B-AB54-7B7F765B031D}" sibTransId="{3391E780-9913-45F4-BCF4-716755DAF5B2}"/>
    <dgm:cxn modelId="{E6BEB09B-0295-412A-806B-2D47B83324FF}" srcId="{9A80ED56-9DE3-4FFB-BC71-46BA2F0A48D3}" destId="{98EDE541-0353-4FD1-B553-96B72BFE66DF}" srcOrd="3" destOrd="0" parTransId="{FCD63DD5-0FC2-4E3E-82CD-C902A3710B25}" sibTransId="{E2CD22A5-30B4-43D2-94DE-EAFF0D8E29D0}"/>
    <dgm:cxn modelId="{65CFF0B0-3C9C-4A4D-AA87-FF44CBB81726}" srcId="{9A80ED56-9DE3-4FFB-BC71-46BA2F0A48D3}" destId="{B64623B6-E9F7-4A5D-B67F-7F971100FA0A}" srcOrd="4" destOrd="0" parTransId="{F8251B1E-45DB-467D-AA8E-6C04EF43E73A}" sibTransId="{221B1165-A301-435D-8BB8-4770480D338F}"/>
    <dgm:cxn modelId="{477B4AC6-0359-4F49-8F72-FD561290A11D}" type="presOf" srcId="{268985CF-3FC3-4E2D-BAAC-24710B438EFA}" destId="{057BF85F-D791-4D13-B478-1164F0256B75}" srcOrd="0" destOrd="0" presId="urn:microsoft.com/office/officeart/2005/8/layout/radial6"/>
    <dgm:cxn modelId="{DBE952C6-4C06-4A7B-850B-B6813542D172}" type="presOf" srcId="{B64623B6-E9F7-4A5D-B67F-7F971100FA0A}" destId="{10CC148F-1824-4D75-B58F-E76A8234F2F8}" srcOrd="0" destOrd="0" presId="urn:microsoft.com/office/officeart/2005/8/layout/radial6"/>
    <dgm:cxn modelId="{CE6673C9-873B-485B-A366-D63103CE0173}" type="presOf" srcId="{72DC744B-07BC-430A-9D7A-0580D34CC9C5}" destId="{D905BE8F-6F2B-435A-90D7-19527654F619}" srcOrd="0" destOrd="0" presId="urn:microsoft.com/office/officeart/2005/8/layout/radial6"/>
    <dgm:cxn modelId="{05BB56CA-4F69-41FB-8601-03CDE963F93E}" srcId="{9A80ED56-9DE3-4FFB-BC71-46BA2F0A48D3}" destId="{DA09CA66-3237-4A0C-BF87-2B6CE8D02176}" srcOrd="0" destOrd="0" parTransId="{02546F07-7441-4436-B611-BAAA76DC30FD}" sibTransId="{72DC744B-07BC-430A-9D7A-0580D34CC9C5}"/>
    <dgm:cxn modelId="{68B8FAE0-2872-45EF-8330-9DAE6FFEEDD7}" srcId="{AA3F85B5-33BF-44E2-8DEE-4D4C20388472}" destId="{9A80ED56-9DE3-4FFB-BC71-46BA2F0A48D3}" srcOrd="0" destOrd="0" parTransId="{B96435A5-F106-4E03-AD59-224795A9E806}" sibTransId="{C322F9FA-D372-479E-AA23-B3FCF404A78E}"/>
    <dgm:cxn modelId="{A5E1A1F1-E069-4F78-963F-FA99A2B99EA8}" type="presOf" srcId="{AA3F85B5-33BF-44E2-8DEE-4D4C20388472}" destId="{62CDB299-27BE-466E-A3C7-477C17698E10}" srcOrd="0" destOrd="0" presId="urn:microsoft.com/office/officeart/2005/8/layout/radial6"/>
    <dgm:cxn modelId="{AC98C116-34C2-4F5B-8B6B-702924606D40}" type="presParOf" srcId="{62CDB299-27BE-466E-A3C7-477C17698E10}" destId="{E1F1FD82-76DE-45C0-BD74-E4EE2FB812FF}" srcOrd="0" destOrd="0" presId="urn:microsoft.com/office/officeart/2005/8/layout/radial6"/>
    <dgm:cxn modelId="{51498319-182B-41E7-A573-96C4EC6E7347}" type="presParOf" srcId="{62CDB299-27BE-466E-A3C7-477C17698E10}" destId="{6213A876-7A50-4CAC-9F02-425D0B490EF5}" srcOrd="1" destOrd="0" presId="urn:microsoft.com/office/officeart/2005/8/layout/radial6"/>
    <dgm:cxn modelId="{7C3BDFE0-1D7A-4C96-932F-34240218ED0F}" type="presParOf" srcId="{62CDB299-27BE-466E-A3C7-477C17698E10}" destId="{D0B2DF73-380A-485D-A334-9AE81589315A}" srcOrd="2" destOrd="0" presId="urn:microsoft.com/office/officeart/2005/8/layout/radial6"/>
    <dgm:cxn modelId="{CDDCF87F-A189-4444-8FAE-00ECA1D1B18D}" type="presParOf" srcId="{62CDB299-27BE-466E-A3C7-477C17698E10}" destId="{D905BE8F-6F2B-435A-90D7-19527654F619}" srcOrd="3" destOrd="0" presId="urn:microsoft.com/office/officeart/2005/8/layout/radial6"/>
    <dgm:cxn modelId="{EF52CE2D-E762-45EF-BCAB-FAC7C0E99AB9}" type="presParOf" srcId="{62CDB299-27BE-466E-A3C7-477C17698E10}" destId="{057BF85F-D791-4D13-B478-1164F0256B75}" srcOrd="4" destOrd="0" presId="urn:microsoft.com/office/officeart/2005/8/layout/radial6"/>
    <dgm:cxn modelId="{A783D2E4-6CCB-403C-8679-7BA2287391E3}" type="presParOf" srcId="{62CDB299-27BE-466E-A3C7-477C17698E10}" destId="{89E9E486-FBD8-4EAA-A412-F8AFAA1D14FD}" srcOrd="5" destOrd="0" presId="urn:microsoft.com/office/officeart/2005/8/layout/radial6"/>
    <dgm:cxn modelId="{7D159629-A21D-4A9A-9552-FB25805B6766}" type="presParOf" srcId="{62CDB299-27BE-466E-A3C7-477C17698E10}" destId="{48230A90-18F7-489D-BD93-E5228D950527}" srcOrd="6" destOrd="0" presId="urn:microsoft.com/office/officeart/2005/8/layout/radial6"/>
    <dgm:cxn modelId="{D64CC5F9-00F2-4062-86BD-FDB84DA82E5E}" type="presParOf" srcId="{62CDB299-27BE-466E-A3C7-477C17698E10}" destId="{4AE8BD78-18BE-4938-B116-0AECF69CF0D1}" srcOrd="7" destOrd="0" presId="urn:microsoft.com/office/officeart/2005/8/layout/radial6"/>
    <dgm:cxn modelId="{29FAFD42-538B-441B-99B8-F33F0EDE217E}" type="presParOf" srcId="{62CDB299-27BE-466E-A3C7-477C17698E10}" destId="{1B8C5C19-9619-45A9-9401-1F7BF355A396}" srcOrd="8" destOrd="0" presId="urn:microsoft.com/office/officeart/2005/8/layout/radial6"/>
    <dgm:cxn modelId="{742A6580-C7E0-4EAB-BC75-833655157E12}" type="presParOf" srcId="{62CDB299-27BE-466E-A3C7-477C17698E10}" destId="{BD35E193-2834-4BFF-B5AB-92FB46007D71}" srcOrd="9" destOrd="0" presId="urn:microsoft.com/office/officeart/2005/8/layout/radial6"/>
    <dgm:cxn modelId="{206A5F72-2064-46B2-871C-DE42C4F4A116}" type="presParOf" srcId="{62CDB299-27BE-466E-A3C7-477C17698E10}" destId="{0FD6FC50-84FC-4ECF-9195-6698F2B18E21}" srcOrd="10" destOrd="0" presId="urn:microsoft.com/office/officeart/2005/8/layout/radial6"/>
    <dgm:cxn modelId="{4B17FE38-C2A2-4D47-B1BA-EBFFC3ABA14A}" type="presParOf" srcId="{62CDB299-27BE-466E-A3C7-477C17698E10}" destId="{F7DCC086-EF65-41F8-AA9D-4ECCBE4DBD29}" srcOrd="11" destOrd="0" presId="urn:microsoft.com/office/officeart/2005/8/layout/radial6"/>
    <dgm:cxn modelId="{F27E9469-6745-4CCF-814C-EB4610C2041E}" type="presParOf" srcId="{62CDB299-27BE-466E-A3C7-477C17698E10}" destId="{9A70E0C3-7B58-4128-BD3E-F9B013D51ECC}" srcOrd="12" destOrd="0" presId="urn:microsoft.com/office/officeart/2005/8/layout/radial6"/>
    <dgm:cxn modelId="{3E8348F6-9983-41F3-93CC-AF7DC714D7CA}" type="presParOf" srcId="{62CDB299-27BE-466E-A3C7-477C17698E10}" destId="{10CC148F-1824-4D75-B58F-E76A8234F2F8}" srcOrd="13" destOrd="0" presId="urn:microsoft.com/office/officeart/2005/8/layout/radial6"/>
    <dgm:cxn modelId="{2907A95E-C263-47AB-987A-92E90C18D1CB}" type="presParOf" srcId="{62CDB299-27BE-466E-A3C7-477C17698E10}" destId="{FE1F52CF-E6D1-4847-B68A-9B3BAED7D4CB}" srcOrd="14" destOrd="0" presId="urn:microsoft.com/office/officeart/2005/8/layout/radial6"/>
    <dgm:cxn modelId="{22C4EE1A-9991-40BD-BF4B-7659A992E889}" type="presParOf" srcId="{62CDB299-27BE-466E-A3C7-477C17698E10}" destId="{4F762218-04D8-4114-877A-E43857CE8362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18C8DA6-1850-4BD0-9EE3-0EF4380AAA2A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4E24F2-BFAA-43F1-AEC2-F307384D550B}">
      <dgm:prSet phldrT="[Text]" phldr="0"/>
      <dgm:spPr/>
      <dgm:t>
        <a:bodyPr/>
        <a:lstStyle/>
        <a:p>
          <a:r>
            <a:rPr lang="ar-LB" dirty="0"/>
            <a:t>كيف</a:t>
          </a:r>
          <a:endParaRPr lang="en-US" dirty="0"/>
        </a:p>
      </dgm:t>
    </dgm:pt>
    <dgm:pt modelId="{056C198A-60A3-49AA-B3EC-154AD73C71DC}" type="parTrans" cxnId="{7A959954-E475-43B4-892C-65B92CEDA635}">
      <dgm:prSet/>
      <dgm:spPr/>
      <dgm:t>
        <a:bodyPr/>
        <a:lstStyle/>
        <a:p>
          <a:endParaRPr lang="en-US"/>
        </a:p>
      </dgm:t>
    </dgm:pt>
    <dgm:pt modelId="{D5697C8C-7873-440F-8263-E0B037997747}" type="sibTrans" cxnId="{7A959954-E475-43B4-892C-65B92CEDA635}">
      <dgm:prSet/>
      <dgm:spPr/>
      <dgm:t>
        <a:bodyPr/>
        <a:lstStyle/>
        <a:p>
          <a:endParaRPr lang="en-US"/>
        </a:p>
      </dgm:t>
    </dgm:pt>
    <dgm:pt modelId="{75F5DC3A-28EF-4458-BD8A-BC2A3AB3297E}">
      <dgm:prSet phldrT="[Text]" phldr="0"/>
      <dgm:spPr/>
      <dgm:t>
        <a:bodyPr/>
        <a:lstStyle/>
        <a:p>
          <a:r>
            <a:rPr lang="en-US" dirty="0"/>
            <a:t>Linear shift</a:t>
          </a:r>
        </a:p>
      </dgm:t>
    </dgm:pt>
    <dgm:pt modelId="{C730AA7A-560F-4982-9690-1A2B7FEA9F55}" type="parTrans" cxnId="{C9D81DC6-AEB0-4DF3-B8DE-AE1E07C01BB2}">
      <dgm:prSet/>
      <dgm:spPr/>
      <dgm:t>
        <a:bodyPr/>
        <a:lstStyle/>
        <a:p>
          <a:endParaRPr lang="en-US"/>
        </a:p>
      </dgm:t>
    </dgm:pt>
    <dgm:pt modelId="{C3A4054D-84EE-448C-82CF-1C68BC26FDF7}" type="sibTrans" cxnId="{C9D81DC6-AEB0-4DF3-B8DE-AE1E07C01BB2}">
      <dgm:prSet/>
      <dgm:spPr/>
      <dgm:t>
        <a:bodyPr/>
        <a:lstStyle/>
        <a:p>
          <a:endParaRPr lang="en-US"/>
        </a:p>
      </dgm:t>
    </dgm:pt>
    <dgm:pt modelId="{E9AF468C-8FF5-4ED2-A463-E4E142D4CDF0}">
      <dgm:prSet phldrT="[Text]" phldr="0"/>
      <dgm:spPr/>
      <dgm:t>
        <a:bodyPr/>
        <a:lstStyle/>
        <a:p>
          <a:r>
            <a:rPr lang="en-US" dirty="0"/>
            <a:t>Linear scaling</a:t>
          </a:r>
        </a:p>
      </dgm:t>
    </dgm:pt>
    <dgm:pt modelId="{56A2A604-EA84-469D-93AC-8F9DC5141F26}" type="parTrans" cxnId="{F8B5B876-84BB-4FCA-A6C5-9982C59F0BAB}">
      <dgm:prSet/>
      <dgm:spPr/>
      <dgm:t>
        <a:bodyPr/>
        <a:lstStyle/>
        <a:p>
          <a:endParaRPr lang="en-US"/>
        </a:p>
      </dgm:t>
    </dgm:pt>
    <dgm:pt modelId="{E29E56AF-E18E-4A5F-B686-FA666675CEF0}" type="sibTrans" cxnId="{F8B5B876-84BB-4FCA-A6C5-9982C59F0BAB}">
      <dgm:prSet/>
      <dgm:spPr/>
      <dgm:t>
        <a:bodyPr/>
        <a:lstStyle/>
        <a:p>
          <a:endParaRPr lang="en-US"/>
        </a:p>
      </dgm:t>
    </dgm:pt>
    <dgm:pt modelId="{F341BCA8-484A-4C59-900D-AD043C8BE2EE}">
      <dgm:prSet phldrT="[Text]" phldr="0"/>
      <dgm:spPr/>
      <dgm:t>
        <a:bodyPr/>
        <a:lstStyle/>
        <a:p>
          <a:r>
            <a:rPr lang="en-US" dirty="0"/>
            <a:t>Standard scaling</a:t>
          </a:r>
        </a:p>
      </dgm:t>
    </dgm:pt>
    <dgm:pt modelId="{612E16B9-31B4-4A92-9FB9-BC4C43BAB040}" type="parTrans" cxnId="{6B590D9A-AC5D-4186-B7CD-5FBF40589779}">
      <dgm:prSet/>
      <dgm:spPr/>
      <dgm:t>
        <a:bodyPr/>
        <a:lstStyle/>
        <a:p>
          <a:endParaRPr lang="en-US"/>
        </a:p>
      </dgm:t>
    </dgm:pt>
    <dgm:pt modelId="{57716760-AC99-482C-AFCA-DCDC9E3C1661}" type="sibTrans" cxnId="{6B590D9A-AC5D-4186-B7CD-5FBF40589779}">
      <dgm:prSet/>
      <dgm:spPr/>
      <dgm:t>
        <a:bodyPr/>
        <a:lstStyle/>
        <a:p>
          <a:endParaRPr lang="en-US"/>
        </a:p>
      </dgm:t>
    </dgm:pt>
    <dgm:pt modelId="{B65F2B12-CB45-4816-9588-CB1CCA9B452B}">
      <dgm:prSet phldrT="[Text]" phldr="1"/>
      <dgm:spPr/>
      <dgm:t>
        <a:bodyPr/>
        <a:lstStyle/>
        <a:p>
          <a:endParaRPr lang="en-US" dirty="0"/>
        </a:p>
      </dgm:t>
    </dgm:pt>
    <dgm:pt modelId="{7F71577F-656A-4AD5-855F-28D97DB2E3CC}" type="parTrans" cxnId="{226A0530-089B-4995-B4AE-8E8C2EBF2384}">
      <dgm:prSet/>
      <dgm:spPr/>
      <dgm:t>
        <a:bodyPr/>
        <a:lstStyle/>
        <a:p>
          <a:endParaRPr lang="en-US"/>
        </a:p>
      </dgm:t>
    </dgm:pt>
    <dgm:pt modelId="{AA1F25D5-234C-4D05-B349-D43F2E24D6D8}" type="sibTrans" cxnId="{226A0530-089B-4995-B4AE-8E8C2EBF2384}">
      <dgm:prSet/>
      <dgm:spPr/>
      <dgm:t>
        <a:bodyPr/>
        <a:lstStyle/>
        <a:p>
          <a:endParaRPr lang="en-US"/>
        </a:p>
      </dgm:t>
    </dgm:pt>
    <dgm:pt modelId="{5081A208-C351-45BC-BC4D-CD674618925E}" type="pres">
      <dgm:prSet presAssocID="{918C8DA6-1850-4BD0-9EE3-0EF4380AAA2A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C433D6D-147D-4488-B6EE-98D9F282A93A}" type="pres">
      <dgm:prSet presAssocID="{C74E24F2-BFAA-43F1-AEC2-F307384D550B}" presName="centerShape" presStyleLbl="node0" presStyleIdx="0" presStyleCnt="1"/>
      <dgm:spPr/>
    </dgm:pt>
    <dgm:pt modelId="{64CBC0DA-6339-4A68-8AF4-A7EE709827AF}" type="pres">
      <dgm:prSet presAssocID="{75F5DC3A-28EF-4458-BD8A-BC2A3AB3297E}" presName="node" presStyleLbl="node1" presStyleIdx="0" presStyleCnt="3">
        <dgm:presLayoutVars>
          <dgm:bulletEnabled val="1"/>
        </dgm:presLayoutVars>
      </dgm:prSet>
      <dgm:spPr/>
    </dgm:pt>
    <dgm:pt modelId="{761E837A-D1A4-41EE-93ED-807A31DFC593}" type="pres">
      <dgm:prSet presAssocID="{75F5DC3A-28EF-4458-BD8A-BC2A3AB3297E}" presName="dummy" presStyleCnt="0"/>
      <dgm:spPr/>
    </dgm:pt>
    <dgm:pt modelId="{8E3E8AC1-730B-4177-8115-1209393E8755}" type="pres">
      <dgm:prSet presAssocID="{C3A4054D-84EE-448C-82CF-1C68BC26FDF7}" presName="sibTrans" presStyleLbl="sibTrans2D1" presStyleIdx="0" presStyleCnt="3"/>
      <dgm:spPr/>
    </dgm:pt>
    <dgm:pt modelId="{ED893BDB-C10E-47C5-9C14-70E65F2AD51E}" type="pres">
      <dgm:prSet presAssocID="{E9AF468C-8FF5-4ED2-A463-E4E142D4CDF0}" presName="node" presStyleLbl="node1" presStyleIdx="1" presStyleCnt="3">
        <dgm:presLayoutVars>
          <dgm:bulletEnabled val="1"/>
        </dgm:presLayoutVars>
      </dgm:prSet>
      <dgm:spPr/>
    </dgm:pt>
    <dgm:pt modelId="{94848479-AF73-4484-B32F-529E72C123F3}" type="pres">
      <dgm:prSet presAssocID="{E9AF468C-8FF5-4ED2-A463-E4E142D4CDF0}" presName="dummy" presStyleCnt="0"/>
      <dgm:spPr/>
    </dgm:pt>
    <dgm:pt modelId="{479A08D8-22BA-4096-A93D-375E412D4BC1}" type="pres">
      <dgm:prSet presAssocID="{E29E56AF-E18E-4A5F-B686-FA666675CEF0}" presName="sibTrans" presStyleLbl="sibTrans2D1" presStyleIdx="1" presStyleCnt="3"/>
      <dgm:spPr/>
    </dgm:pt>
    <dgm:pt modelId="{E99C8F15-164B-47ED-910B-A34FBEBE0F13}" type="pres">
      <dgm:prSet presAssocID="{F341BCA8-484A-4C59-900D-AD043C8BE2EE}" presName="node" presStyleLbl="node1" presStyleIdx="2" presStyleCnt="3">
        <dgm:presLayoutVars>
          <dgm:bulletEnabled val="1"/>
        </dgm:presLayoutVars>
      </dgm:prSet>
      <dgm:spPr/>
    </dgm:pt>
    <dgm:pt modelId="{97B9B937-72C0-4F3A-8FAB-214BC3A896A6}" type="pres">
      <dgm:prSet presAssocID="{F341BCA8-484A-4C59-900D-AD043C8BE2EE}" presName="dummy" presStyleCnt="0"/>
      <dgm:spPr/>
    </dgm:pt>
    <dgm:pt modelId="{2EDEEADA-9C76-41B2-9D34-9F74160062FA}" type="pres">
      <dgm:prSet presAssocID="{57716760-AC99-482C-AFCA-DCDC9E3C1661}" presName="sibTrans" presStyleLbl="sibTrans2D1" presStyleIdx="2" presStyleCnt="3"/>
      <dgm:spPr/>
    </dgm:pt>
  </dgm:ptLst>
  <dgm:cxnLst>
    <dgm:cxn modelId="{3356FF10-DE40-4FF8-ACB8-DA0E4342F05C}" type="presOf" srcId="{C74E24F2-BFAA-43F1-AEC2-F307384D550B}" destId="{BC433D6D-147D-4488-B6EE-98D9F282A93A}" srcOrd="0" destOrd="0" presId="urn:microsoft.com/office/officeart/2005/8/layout/radial6"/>
    <dgm:cxn modelId="{0A667C1A-8BC3-42F4-945D-E2B3ED21D8DB}" type="presOf" srcId="{75F5DC3A-28EF-4458-BD8A-BC2A3AB3297E}" destId="{64CBC0DA-6339-4A68-8AF4-A7EE709827AF}" srcOrd="0" destOrd="0" presId="urn:microsoft.com/office/officeart/2005/8/layout/radial6"/>
    <dgm:cxn modelId="{F8E0E21A-629B-4955-8C9A-D7B3D78ED7C8}" type="presOf" srcId="{C3A4054D-84EE-448C-82CF-1C68BC26FDF7}" destId="{8E3E8AC1-730B-4177-8115-1209393E8755}" srcOrd="0" destOrd="0" presId="urn:microsoft.com/office/officeart/2005/8/layout/radial6"/>
    <dgm:cxn modelId="{954FE52E-D576-49F2-B33E-BEF9AD09AC01}" type="presOf" srcId="{57716760-AC99-482C-AFCA-DCDC9E3C1661}" destId="{2EDEEADA-9C76-41B2-9D34-9F74160062FA}" srcOrd="0" destOrd="0" presId="urn:microsoft.com/office/officeart/2005/8/layout/radial6"/>
    <dgm:cxn modelId="{226A0530-089B-4995-B4AE-8E8C2EBF2384}" srcId="{918C8DA6-1850-4BD0-9EE3-0EF4380AAA2A}" destId="{B65F2B12-CB45-4816-9588-CB1CCA9B452B}" srcOrd="1" destOrd="0" parTransId="{7F71577F-656A-4AD5-855F-28D97DB2E3CC}" sibTransId="{AA1F25D5-234C-4D05-B349-D43F2E24D6D8}"/>
    <dgm:cxn modelId="{113EEF31-0E72-422E-860C-303DA4FF3A66}" type="presOf" srcId="{F341BCA8-484A-4C59-900D-AD043C8BE2EE}" destId="{E99C8F15-164B-47ED-910B-A34FBEBE0F13}" srcOrd="0" destOrd="0" presId="urn:microsoft.com/office/officeart/2005/8/layout/radial6"/>
    <dgm:cxn modelId="{D3962932-C804-4252-B9DD-F449B11ACC26}" type="presOf" srcId="{E9AF468C-8FF5-4ED2-A463-E4E142D4CDF0}" destId="{ED893BDB-C10E-47C5-9C14-70E65F2AD51E}" srcOrd="0" destOrd="0" presId="urn:microsoft.com/office/officeart/2005/8/layout/radial6"/>
    <dgm:cxn modelId="{7A959954-E475-43B4-892C-65B92CEDA635}" srcId="{918C8DA6-1850-4BD0-9EE3-0EF4380AAA2A}" destId="{C74E24F2-BFAA-43F1-AEC2-F307384D550B}" srcOrd="0" destOrd="0" parTransId="{056C198A-60A3-49AA-B3EC-154AD73C71DC}" sibTransId="{D5697C8C-7873-440F-8263-E0B037997747}"/>
    <dgm:cxn modelId="{F8B5B876-84BB-4FCA-A6C5-9982C59F0BAB}" srcId="{C74E24F2-BFAA-43F1-AEC2-F307384D550B}" destId="{E9AF468C-8FF5-4ED2-A463-E4E142D4CDF0}" srcOrd="1" destOrd="0" parTransId="{56A2A604-EA84-469D-93AC-8F9DC5141F26}" sibTransId="{E29E56AF-E18E-4A5F-B686-FA666675CEF0}"/>
    <dgm:cxn modelId="{3C1B8D82-1DAE-4E78-89F8-85AA6C4EE7B4}" type="presOf" srcId="{918C8DA6-1850-4BD0-9EE3-0EF4380AAA2A}" destId="{5081A208-C351-45BC-BC4D-CD674618925E}" srcOrd="0" destOrd="0" presId="urn:microsoft.com/office/officeart/2005/8/layout/radial6"/>
    <dgm:cxn modelId="{6B590D9A-AC5D-4186-B7CD-5FBF40589779}" srcId="{C74E24F2-BFAA-43F1-AEC2-F307384D550B}" destId="{F341BCA8-484A-4C59-900D-AD043C8BE2EE}" srcOrd="2" destOrd="0" parTransId="{612E16B9-31B4-4A92-9FB9-BC4C43BAB040}" sibTransId="{57716760-AC99-482C-AFCA-DCDC9E3C1661}"/>
    <dgm:cxn modelId="{62192CBC-129C-44BB-8FBE-F07F890F8A0E}" type="presOf" srcId="{E29E56AF-E18E-4A5F-B686-FA666675CEF0}" destId="{479A08D8-22BA-4096-A93D-375E412D4BC1}" srcOrd="0" destOrd="0" presId="urn:microsoft.com/office/officeart/2005/8/layout/radial6"/>
    <dgm:cxn modelId="{C9D81DC6-AEB0-4DF3-B8DE-AE1E07C01BB2}" srcId="{C74E24F2-BFAA-43F1-AEC2-F307384D550B}" destId="{75F5DC3A-28EF-4458-BD8A-BC2A3AB3297E}" srcOrd="0" destOrd="0" parTransId="{C730AA7A-560F-4982-9690-1A2B7FEA9F55}" sibTransId="{C3A4054D-84EE-448C-82CF-1C68BC26FDF7}"/>
    <dgm:cxn modelId="{A68BBC36-3E0F-418F-851F-0B7D1140E31C}" type="presParOf" srcId="{5081A208-C351-45BC-BC4D-CD674618925E}" destId="{BC433D6D-147D-4488-B6EE-98D9F282A93A}" srcOrd="0" destOrd="0" presId="urn:microsoft.com/office/officeart/2005/8/layout/radial6"/>
    <dgm:cxn modelId="{6131B87E-ADAF-42CB-98B9-F96C53F0A453}" type="presParOf" srcId="{5081A208-C351-45BC-BC4D-CD674618925E}" destId="{64CBC0DA-6339-4A68-8AF4-A7EE709827AF}" srcOrd="1" destOrd="0" presId="urn:microsoft.com/office/officeart/2005/8/layout/radial6"/>
    <dgm:cxn modelId="{B3363632-C529-48DA-B40C-017E7A8BD42C}" type="presParOf" srcId="{5081A208-C351-45BC-BC4D-CD674618925E}" destId="{761E837A-D1A4-41EE-93ED-807A31DFC593}" srcOrd="2" destOrd="0" presId="urn:microsoft.com/office/officeart/2005/8/layout/radial6"/>
    <dgm:cxn modelId="{67FA689E-C523-4E48-B987-C7B988D57222}" type="presParOf" srcId="{5081A208-C351-45BC-BC4D-CD674618925E}" destId="{8E3E8AC1-730B-4177-8115-1209393E8755}" srcOrd="3" destOrd="0" presId="urn:microsoft.com/office/officeart/2005/8/layout/radial6"/>
    <dgm:cxn modelId="{B18172BB-2487-460F-8E7D-1F928231B512}" type="presParOf" srcId="{5081A208-C351-45BC-BC4D-CD674618925E}" destId="{ED893BDB-C10E-47C5-9C14-70E65F2AD51E}" srcOrd="4" destOrd="0" presId="urn:microsoft.com/office/officeart/2005/8/layout/radial6"/>
    <dgm:cxn modelId="{39E41556-8775-4665-8AD8-EAF31F01A610}" type="presParOf" srcId="{5081A208-C351-45BC-BC4D-CD674618925E}" destId="{94848479-AF73-4484-B32F-529E72C123F3}" srcOrd="5" destOrd="0" presId="urn:microsoft.com/office/officeart/2005/8/layout/radial6"/>
    <dgm:cxn modelId="{5CA5F4C5-AA27-4FE8-8798-A01098FB3623}" type="presParOf" srcId="{5081A208-C351-45BC-BC4D-CD674618925E}" destId="{479A08D8-22BA-4096-A93D-375E412D4BC1}" srcOrd="6" destOrd="0" presId="urn:microsoft.com/office/officeart/2005/8/layout/radial6"/>
    <dgm:cxn modelId="{BEBF10E1-5E4D-4750-99E2-EA3D56386324}" type="presParOf" srcId="{5081A208-C351-45BC-BC4D-CD674618925E}" destId="{E99C8F15-164B-47ED-910B-A34FBEBE0F13}" srcOrd="7" destOrd="0" presId="urn:microsoft.com/office/officeart/2005/8/layout/radial6"/>
    <dgm:cxn modelId="{3473A04A-8581-4F1D-86D2-1806D1B0E5DA}" type="presParOf" srcId="{5081A208-C351-45BC-BC4D-CD674618925E}" destId="{97B9B937-72C0-4F3A-8FAB-214BC3A896A6}" srcOrd="8" destOrd="0" presId="urn:microsoft.com/office/officeart/2005/8/layout/radial6"/>
    <dgm:cxn modelId="{9308583A-6458-4C76-8333-A08706888C4A}" type="presParOf" srcId="{5081A208-C351-45BC-BC4D-CD674618925E}" destId="{2EDEEADA-9C76-41B2-9D34-9F74160062FA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8B4AC1B-8C62-45FE-85BD-E8A797A7C6A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C4249C7-6FBD-4164-B97D-B4B40306DEAE}">
      <dgm:prSet phldrT="[Text]" phldr="0"/>
      <dgm:spPr/>
      <dgm:t>
        <a:bodyPr/>
        <a:lstStyle/>
        <a:p>
          <a:r>
            <a:rPr lang="en-US" dirty="0"/>
            <a:t>Linear scaling</a:t>
          </a:r>
        </a:p>
      </dgm:t>
    </dgm:pt>
    <dgm:pt modelId="{088BACB1-A700-44AF-9B5F-1AA78DA96486}" type="parTrans" cxnId="{62947102-60DD-448A-B1D8-4F380974D24F}">
      <dgm:prSet/>
      <dgm:spPr/>
      <dgm:t>
        <a:bodyPr/>
        <a:lstStyle/>
        <a:p>
          <a:endParaRPr lang="en-US"/>
        </a:p>
      </dgm:t>
    </dgm:pt>
    <dgm:pt modelId="{AE0C4AA2-CC3D-484A-A2F4-1663570E0E90}" type="sibTrans" cxnId="{62947102-60DD-448A-B1D8-4F380974D24F}">
      <dgm:prSet/>
      <dgm:spPr/>
      <dgm:t>
        <a:bodyPr/>
        <a:lstStyle/>
        <a:p>
          <a:endParaRPr lang="en-US"/>
        </a:p>
      </dgm:t>
    </dgm:pt>
    <dgm:pt modelId="{D2B452C0-989A-4B12-8256-5DCBA4754275}">
      <dgm:prSet phldrT="[Text]" phldr="0"/>
      <dgm:spPr/>
      <dgm:t>
        <a:bodyPr/>
        <a:lstStyle/>
        <a:p>
          <a:r>
            <a:rPr lang="ar-LB" dirty="0"/>
            <a:t>إضافة درجات للجميع</a:t>
          </a:r>
          <a:endParaRPr lang="en-US" dirty="0"/>
        </a:p>
      </dgm:t>
    </dgm:pt>
    <dgm:pt modelId="{4F7D1EC9-16AB-4D97-9B40-AC5207A3C018}" type="parTrans" cxnId="{56C64682-9339-4A7B-A082-EF146E4C90F9}">
      <dgm:prSet/>
      <dgm:spPr/>
      <dgm:t>
        <a:bodyPr/>
        <a:lstStyle/>
        <a:p>
          <a:endParaRPr lang="en-US"/>
        </a:p>
      </dgm:t>
    </dgm:pt>
    <dgm:pt modelId="{7D8FD244-1919-4FF4-ADBE-98DDC7D78001}" type="sibTrans" cxnId="{56C64682-9339-4A7B-A082-EF146E4C90F9}">
      <dgm:prSet/>
      <dgm:spPr/>
      <dgm:t>
        <a:bodyPr/>
        <a:lstStyle/>
        <a:p>
          <a:endParaRPr lang="en-US"/>
        </a:p>
      </dgm:t>
    </dgm:pt>
    <dgm:pt modelId="{31D98E72-54D8-486C-BA19-093D4572D1C2}">
      <dgm:prSet phldrT="[Text]" phldr="0"/>
      <dgm:spPr/>
      <dgm:t>
        <a:bodyPr/>
        <a:lstStyle/>
        <a:p>
          <a:r>
            <a:rPr lang="en-US" dirty="0"/>
            <a:t>Linear shift</a:t>
          </a:r>
        </a:p>
      </dgm:t>
    </dgm:pt>
    <dgm:pt modelId="{395E130C-3B37-4E03-A694-D7E429FC07C5}" type="parTrans" cxnId="{BB2A5299-F206-4134-AC60-331638644945}">
      <dgm:prSet/>
      <dgm:spPr/>
      <dgm:t>
        <a:bodyPr/>
        <a:lstStyle/>
        <a:p>
          <a:endParaRPr lang="en-US"/>
        </a:p>
      </dgm:t>
    </dgm:pt>
    <dgm:pt modelId="{E8F1CCC9-5521-4F5F-AE45-82612EEE7079}" type="sibTrans" cxnId="{BB2A5299-F206-4134-AC60-331638644945}">
      <dgm:prSet/>
      <dgm:spPr/>
      <dgm:t>
        <a:bodyPr/>
        <a:lstStyle/>
        <a:p>
          <a:endParaRPr lang="en-US"/>
        </a:p>
      </dgm:t>
    </dgm:pt>
    <dgm:pt modelId="{71B4C068-0341-4414-A0F4-7216AFB1D23A}">
      <dgm:prSet phldrT="[Text]"/>
      <dgm:spPr/>
      <dgm:t>
        <a:bodyPr/>
        <a:lstStyle/>
        <a:p>
          <a:pPr>
            <a:buNone/>
          </a:pPr>
          <a:r>
            <a:rPr lang="en-US" dirty="0"/>
            <a:t>New Score=a(Original Score)+b</a:t>
          </a:r>
        </a:p>
      </dgm:t>
    </dgm:pt>
    <dgm:pt modelId="{1429C50B-B9CC-4533-84D7-8321EC5BDCB0}" type="parTrans" cxnId="{02EB512F-3737-445B-B6BA-BF2317A9A2ED}">
      <dgm:prSet/>
      <dgm:spPr/>
      <dgm:t>
        <a:bodyPr/>
        <a:lstStyle/>
        <a:p>
          <a:endParaRPr lang="en-US"/>
        </a:p>
      </dgm:t>
    </dgm:pt>
    <dgm:pt modelId="{81BF00FA-1341-4EBE-BE47-BEED7498957D}" type="sibTrans" cxnId="{02EB512F-3737-445B-B6BA-BF2317A9A2ED}">
      <dgm:prSet/>
      <dgm:spPr/>
      <dgm:t>
        <a:bodyPr/>
        <a:lstStyle/>
        <a:p>
          <a:endParaRPr lang="en-US"/>
        </a:p>
      </dgm:t>
    </dgm:pt>
    <dgm:pt modelId="{203FEB4B-535D-454B-8781-4DF4DB1BB8EF}">
      <dgm:prSet phldrT="[Text]" phldr="0"/>
      <dgm:spPr/>
      <dgm:t>
        <a:bodyPr/>
        <a:lstStyle/>
        <a:p>
          <a:r>
            <a:rPr lang="en-US" dirty="0"/>
            <a:t>Standard scaling</a:t>
          </a:r>
        </a:p>
      </dgm:t>
    </dgm:pt>
    <dgm:pt modelId="{E463D393-7DC5-44F0-A17D-1D1822F65362}" type="parTrans" cxnId="{C0AB31F6-269A-44D8-85DD-8CDFFD3717B8}">
      <dgm:prSet/>
      <dgm:spPr/>
      <dgm:t>
        <a:bodyPr/>
        <a:lstStyle/>
        <a:p>
          <a:endParaRPr lang="en-US"/>
        </a:p>
      </dgm:t>
    </dgm:pt>
    <dgm:pt modelId="{E2248190-3889-4236-AC83-6176231E2A9D}" type="sibTrans" cxnId="{C0AB31F6-269A-44D8-85DD-8CDFFD3717B8}">
      <dgm:prSet/>
      <dgm:spPr/>
      <dgm:t>
        <a:bodyPr/>
        <a:lstStyle/>
        <a:p>
          <a:endParaRPr lang="en-US"/>
        </a:p>
      </dgm:t>
    </dgm:pt>
    <dgm:pt modelId="{F95C5B52-03F8-4EF9-A2FC-DF70466AAB4B}">
      <dgm:prSet phldrT="[Text]"/>
      <dgm:spPr/>
      <dgm:t>
        <a:bodyPr/>
        <a:lstStyle/>
        <a:p>
          <a:pPr>
            <a:buNone/>
          </a:pPr>
          <a:r>
            <a:rPr lang="en-US" dirty="0"/>
            <a:t>z=</a:t>
          </a:r>
          <a:r>
            <a:rPr lang="el-GR" dirty="0"/>
            <a:t>σ</a:t>
          </a:r>
          <a:r>
            <a:rPr lang="en-US" dirty="0"/>
            <a:t>X−</a:t>
          </a:r>
          <a:r>
            <a:rPr lang="el-GR" dirty="0"/>
            <a:t>μ​</a:t>
          </a:r>
          <a:endParaRPr lang="en-US" dirty="0"/>
        </a:p>
      </dgm:t>
    </dgm:pt>
    <dgm:pt modelId="{05B7FAF7-A543-4103-9CDC-887FEDF02C02}" type="parTrans" cxnId="{668B08FB-651E-4B5F-9014-585C3E5D109A}">
      <dgm:prSet/>
      <dgm:spPr/>
      <dgm:t>
        <a:bodyPr/>
        <a:lstStyle/>
        <a:p>
          <a:endParaRPr lang="en-US"/>
        </a:p>
      </dgm:t>
    </dgm:pt>
    <dgm:pt modelId="{1F8AE664-F793-4DB8-B10F-B7B22A3681C3}" type="sibTrans" cxnId="{668B08FB-651E-4B5F-9014-585C3E5D109A}">
      <dgm:prSet/>
      <dgm:spPr/>
      <dgm:t>
        <a:bodyPr/>
        <a:lstStyle/>
        <a:p>
          <a:endParaRPr lang="en-US"/>
        </a:p>
      </dgm:t>
    </dgm:pt>
    <dgm:pt modelId="{D3950057-3D76-476F-86DC-ED7B8C0E7D7F}">
      <dgm:prSet/>
      <dgm:spPr/>
      <dgm:t>
        <a:bodyPr/>
        <a:lstStyle/>
        <a:p>
          <a:pPr>
            <a:buNone/>
          </a:pPr>
          <a:r>
            <a:rPr lang="en-US"/>
            <a:t>Where:</a:t>
          </a:r>
        </a:p>
      </dgm:t>
    </dgm:pt>
    <dgm:pt modelId="{5109C350-7907-43AB-965A-8A158D3E4A7D}" type="parTrans" cxnId="{65959162-00EF-4E8D-B689-68C02568CBE4}">
      <dgm:prSet/>
      <dgm:spPr/>
      <dgm:t>
        <a:bodyPr/>
        <a:lstStyle/>
        <a:p>
          <a:endParaRPr lang="en-US"/>
        </a:p>
      </dgm:t>
    </dgm:pt>
    <dgm:pt modelId="{8EEBE0D6-7789-4F3D-8462-87DC0805C1E0}" type="sibTrans" cxnId="{65959162-00EF-4E8D-B689-68C02568CBE4}">
      <dgm:prSet/>
      <dgm:spPr/>
      <dgm:t>
        <a:bodyPr/>
        <a:lstStyle/>
        <a:p>
          <a:endParaRPr lang="en-US"/>
        </a:p>
      </dgm:t>
    </dgm:pt>
    <dgm:pt modelId="{270F12DB-AEFD-4798-8234-8C927ECBB62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a</a:t>
          </a:r>
          <a:r>
            <a:rPr lang="en-US"/>
            <a:t> = scaling factor (how much we stretch or compress the distribution)</a:t>
          </a:r>
        </a:p>
      </dgm:t>
    </dgm:pt>
    <dgm:pt modelId="{417BD7AB-EDCD-47F4-918C-2C1730981A78}" type="parTrans" cxnId="{3D43437C-212C-404F-B86E-696B781F36B1}">
      <dgm:prSet/>
      <dgm:spPr/>
      <dgm:t>
        <a:bodyPr/>
        <a:lstStyle/>
        <a:p>
          <a:endParaRPr lang="en-US"/>
        </a:p>
      </dgm:t>
    </dgm:pt>
    <dgm:pt modelId="{BD577EEF-5361-4748-9DBF-5E4FD82E620F}" type="sibTrans" cxnId="{3D43437C-212C-404F-B86E-696B781F36B1}">
      <dgm:prSet/>
      <dgm:spPr/>
      <dgm:t>
        <a:bodyPr/>
        <a:lstStyle/>
        <a:p>
          <a:endParaRPr lang="en-US"/>
        </a:p>
      </dgm:t>
    </dgm:pt>
    <dgm:pt modelId="{C5DA0584-1AA5-486B-8291-25147ABDD04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b</a:t>
          </a:r>
          <a:r>
            <a:rPr lang="en-US"/>
            <a:t> = shift factor (how much we move all scores up or down)</a:t>
          </a:r>
        </a:p>
      </dgm:t>
    </dgm:pt>
    <dgm:pt modelId="{7D974186-98CC-43B5-82BE-D37C82C9F767}" type="parTrans" cxnId="{534D3034-6634-4FC5-B195-B23D2FE8B32F}">
      <dgm:prSet/>
      <dgm:spPr/>
      <dgm:t>
        <a:bodyPr/>
        <a:lstStyle/>
        <a:p>
          <a:endParaRPr lang="en-US"/>
        </a:p>
      </dgm:t>
    </dgm:pt>
    <dgm:pt modelId="{E4E5B425-15AD-489B-8A6A-BAB84D6AFD15}" type="sibTrans" cxnId="{534D3034-6634-4FC5-B195-B23D2FE8B32F}">
      <dgm:prSet/>
      <dgm:spPr/>
      <dgm:t>
        <a:bodyPr/>
        <a:lstStyle/>
        <a:p>
          <a:endParaRPr lang="en-US"/>
        </a:p>
      </dgm:t>
    </dgm:pt>
    <dgm:pt modelId="{14BB630F-258B-4788-96CE-69771F033566}">
      <dgm:prSet/>
      <dgm:spPr/>
      <dgm:t>
        <a:bodyPr/>
        <a:lstStyle/>
        <a:p>
          <a:pPr>
            <a:buNone/>
          </a:pPr>
          <a:r>
            <a:rPr lang="en-US"/>
            <a:t>Where:</a:t>
          </a:r>
        </a:p>
      </dgm:t>
    </dgm:pt>
    <dgm:pt modelId="{F3A44E00-5B43-458C-AC3C-72AB7B5022F8}" type="parTrans" cxnId="{0D4B8909-EDFF-4627-9679-25F7625EBF3D}">
      <dgm:prSet/>
      <dgm:spPr/>
      <dgm:t>
        <a:bodyPr/>
        <a:lstStyle/>
        <a:p>
          <a:endParaRPr lang="en-US"/>
        </a:p>
      </dgm:t>
    </dgm:pt>
    <dgm:pt modelId="{67D4F302-4967-477A-AA4D-A3F4B1C059D8}" type="sibTrans" cxnId="{0D4B8909-EDFF-4627-9679-25F7625EBF3D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A1F9311F-2337-4494-98FB-F08AC3F764D3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Char char="•"/>
              </a:pPr>
              <a14:m>
                <m:oMath xmlns:m="http://schemas.openxmlformats.org/officeDocument/2006/math">
                  <m:r>
                    <a:rPr lang="en-US" i="1" smtClean="0"/>
                    <m:t>𝑋</m:t>
                  </m:r>
                </m:oMath>
              </a14:m>
              <a:r>
                <a:rPr lang="en-US"/>
                <a:t>= student’s original score</a:t>
              </a:r>
            </a:p>
          </dgm:t>
        </dgm:pt>
      </mc:Choice>
      <mc:Fallback>
        <dgm:pt modelId="{A1F9311F-2337-4494-98FB-F08AC3F764D3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en-US" i="0"/>
                <a:t>𝑋</a:t>
              </a:r>
              <a:r>
                <a:rPr lang="en-US"/>
                <a:t>= student’s original score</a:t>
              </a:r>
            </a:p>
          </dgm:t>
        </dgm:pt>
      </mc:Fallback>
    </mc:AlternateContent>
    <dgm:pt modelId="{011D41D2-9C9B-4BA7-981A-91E3F923F030}" type="parTrans" cxnId="{20BAD718-011E-45FD-BEDC-202472E5A6DC}">
      <dgm:prSet/>
      <dgm:spPr/>
      <dgm:t>
        <a:bodyPr/>
        <a:lstStyle/>
        <a:p>
          <a:endParaRPr lang="en-US"/>
        </a:p>
      </dgm:t>
    </dgm:pt>
    <dgm:pt modelId="{CE434FAF-9B42-43BD-8A92-C01BA10D276A}" type="sibTrans" cxnId="{20BAD718-011E-45FD-BEDC-202472E5A6DC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CD1A7CFE-CF99-4E7B-B71F-655F22D180C7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Char char="•"/>
              </a:pPr>
              <a14:m>
                <m:oMath xmlns:m="http://schemas.openxmlformats.org/officeDocument/2006/math">
                  <m:r>
                    <a:rPr lang="en-US" i="1" smtClean="0"/>
                    <m:t>𝜇</m:t>
                  </m:r>
                </m:oMath>
              </a14:m>
              <a:r>
                <a:rPr lang="en-US"/>
                <a:t>= mean of the distribution</a:t>
              </a:r>
            </a:p>
          </dgm:t>
        </dgm:pt>
      </mc:Choice>
      <mc:Fallback>
        <dgm:pt modelId="{CD1A7CFE-CF99-4E7B-B71F-655F22D180C7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en-US" i="0"/>
                <a:t>𝜇</a:t>
              </a:r>
              <a:r>
                <a:rPr lang="en-US"/>
                <a:t>= mean of the distribution</a:t>
              </a:r>
            </a:p>
          </dgm:t>
        </dgm:pt>
      </mc:Fallback>
    </mc:AlternateContent>
    <dgm:pt modelId="{52DB83A9-F7A7-4529-B00E-4CF21A839B71}" type="parTrans" cxnId="{4D7227D1-B4DD-4CEE-AF3D-01D729807131}">
      <dgm:prSet/>
      <dgm:spPr/>
      <dgm:t>
        <a:bodyPr/>
        <a:lstStyle/>
        <a:p>
          <a:endParaRPr lang="en-US"/>
        </a:p>
      </dgm:t>
    </dgm:pt>
    <dgm:pt modelId="{FEFC25A4-8A8C-4DD2-9FAB-02B3FA7BA36C}" type="sibTrans" cxnId="{4D7227D1-B4DD-4CEE-AF3D-01D729807131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50E917B6-35C6-4EEE-883C-8B94E79C67BE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Char char="•"/>
              </a:pPr>
              <a14:m>
                <m:oMath xmlns:m="http://schemas.openxmlformats.org/officeDocument/2006/math">
                  <m:r>
                    <a:rPr lang="en-US" i="1" smtClean="0"/>
                    <m:t>𝜎</m:t>
                  </m:r>
                </m:oMath>
              </a14:m>
              <a:r>
                <a:rPr lang="en-US"/>
                <a:t>= standard deviation of the distribution</a:t>
              </a:r>
            </a:p>
          </dgm:t>
        </dgm:pt>
      </mc:Choice>
      <mc:Fallback>
        <dgm:pt modelId="{50E917B6-35C6-4EEE-883C-8B94E79C67BE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en-US" i="0"/>
                <a:t>𝜎</a:t>
              </a:r>
              <a:r>
                <a:rPr lang="en-US"/>
                <a:t>= standard deviation of the distribution</a:t>
              </a:r>
            </a:p>
          </dgm:t>
        </dgm:pt>
      </mc:Fallback>
    </mc:AlternateContent>
    <dgm:pt modelId="{DC77C14B-EB7A-46B8-9265-EABAFBF0BF36}" type="parTrans" cxnId="{CAB9B7DE-25B0-4F34-9997-696F0D5A9715}">
      <dgm:prSet/>
      <dgm:spPr/>
      <dgm:t>
        <a:bodyPr/>
        <a:lstStyle/>
        <a:p>
          <a:endParaRPr lang="en-US"/>
        </a:p>
      </dgm:t>
    </dgm:pt>
    <dgm:pt modelId="{DEFAD20A-A900-40C4-A5C0-4AE81EF70A88}" type="sibTrans" cxnId="{CAB9B7DE-25B0-4F34-9997-696F0D5A9715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AC34A228-CE35-4132-8368-7694D433BDF9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Char char="•"/>
              </a:pPr>
              <a14:m>
                <m:oMath xmlns:m="http://schemas.openxmlformats.org/officeDocument/2006/math">
                  <m:r>
                    <a:rPr lang="en-US" i="1" smtClean="0"/>
                    <m:t>𝑧</m:t>
                  </m:r>
                </m:oMath>
              </a14:m>
              <a:r>
                <a:rPr lang="en-US" dirty="0"/>
                <a:t>= standardized score</a:t>
              </a:r>
            </a:p>
          </dgm:t>
        </dgm:pt>
      </mc:Choice>
      <mc:Fallback>
        <dgm:pt modelId="{AC34A228-CE35-4132-8368-7694D433BDF9}">
          <dgm:prSet/>
          <dgm:spPr/>
          <dgm:t>
            <a:bodyPr/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en-US" i="0"/>
                <a:t>𝑧</a:t>
              </a:r>
              <a:r>
                <a:rPr lang="en-US" dirty="0"/>
                <a:t>= standardized score</a:t>
              </a:r>
            </a:p>
          </dgm:t>
        </dgm:pt>
      </mc:Fallback>
    </mc:AlternateContent>
    <dgm:pt modelId="{269665CA-5B1A-42D3-A65A-AF4DBCE811B8}" type="parTrans" cxnId="{F47BB1F4-944B-414B-88BD-8B794E192E95}">
      <dgm:prSet/>
      <dgm:spPr/>
      <dgm:t>
        <a:bodyPr/>
        <a:lstStyle/>
        <a:p>
          <a:endParaRPr lang="en-US"/>
        </a:p>
      </dgm:t>
    </dgm:pt>
    <dgm:pt modelId="{FDAB6745-2785-4214-A25D-1AB37E28EDC9}" type="sibTrans" cxnId="{F47BB1F4-944B-414B-88BD-8B794E192E95}">
      <dgm:prSet/>
      <dgm:spPr/>
      <dgm:t>
        <a:bodyPr/>
        <a:lstStyle/>
        <a:p>
          <a:endParaRPr lang="en-US"/>
        </a:p>
      </dgm:t>
    </dgm:pt>
    <dgm:pt modelId="{AC83F669-47FD-43CE-97E5-3A0DECE47A44}" type="pres">
      <dgm:prSet presAssocID="{E8B4AC1B-8C62-45FE-85BD-E8A797A7C6A4}" presName="Name0" presStyleCnt="0">
        <dgm:presLayoutVars>
          <dgm:dir/>
          <dgm:animLvl val="lvl"/>
          <dgm:resizeHandles val="exact"/>
        </dgm:presLayoutVars>
      </dgm:prSet>
      <dgm:spPr/>
    </dgm:pt>
    <dgm:pt modelId="{A9F65B82-1E1C-4EE5-B009-09B1B3342802}" type="pres">
      <dgm:prSet presAssocID="{0C4249C7-6FBD-4164-B97D-B4B40306DEAE}" presName="linNode" presStyleCnt="0"/>
      <dgm:spPr/>
    </dgm:pt>
    <dgm:pt modelId="{34DE6ACF-FE17-435B-84E5-65AA6C275BC5}" type="pres">
      <dgm:prSet presAssocID="{0C4249C7-6FBD-4164-B97D-B4B40306DEA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F195DA1E-1C7E-42B6-8CCF-E21761B8304B}" type="pres">
      <dgm:prSet presAssocID="{0C4249C7-6FBD-4164-B97D-B4B40306DEAE}" presName="descendantText" presStyleLbl="alignAccFollowNode1" presStyleIdx="0" presStyleCnt="3">
        <dgm:presLayoutVars>
          <dgm:bulletEnabled val="1"/>
        </dgm:presLayoutVars>
      </dgm:prSet>
      <dgm:spPr/>
    </dgm:pt>
    <dgm:pt modelId="{3E0BBA32-16A7-4749-BB9E-DD6441AF2666}" type="pres">
      <dgm:prSet presAssocID="{AE0C4AA2-CC3D-484A-A2F4-1663570E0E90}" presName="sp" presStyleCnt="0"/>
      <dgm:spPr/>
    </dgm:pt>
    <dgm:pt modelId="{02F179AF-6B42-4845-A4FD-DD0E278B2FC9}" type="pres">
      <dgm:prSet presAssocID="{31D98E72-54D8-486C-BA19-093D4572D1C2}" presName="linNode" presStyleCnt="0"/>
      <dgm:spPr/>
    </dgm:pt>
    <dgm:pt modelId="{BED9B3F4-2E11-44B1-9BA2-58C05F318105}" type="pres">
      <dgm:prSet presAssocID="{31D98E72-54D8-486C-BA19-093D4572D1C2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E0B2E89A-61FF-4153-93FC-17937A064CD2}" type="pres">
      <dgm:prSet presAssocID="{31D98E72-54D8-486C-BA19-093D4572D1C2}" presName="descendantText" presStyleLbl="alignAccFollowNode1" presStyleIdx="1" presStyleCnt="3">
        <dgm:presLayoutVars>
          <dgm:bulletEnabled val="1"/>
        </dgm:presLayoutVars>
      </dgm:prSet>
      <dgm:spPr/>
    </dgm:pt>
    <dgm:pt modelId="{14EDBE8E-2A18-4BC9-AEBE-AA5438FB1DB6}" type="pres">
      <dgm:prSet presAssocID="{E8F1CCC9-5521-4F5F-AE45-82612EEE7079}" presName="sp" presStyleCnt="0"/>
      <dgm:spPr/>
    </dgm:pt>
    <dgm:pt modelId="{0C4094E2-3D44-44A7-8C44-9C7C934AEE09}" type="pres">
      <dgm:prSet presAssocID="{203FEB4B-535D-454B-8781-4DF4DB1BB8EF}" presName="linNode" presStyleCnt="0"/>
      <dgm:spPr/>
    </dgm:pt>
    <dgm:pt modelId="{145C66F6-F207-4E4C-BAE5-5EBCDE338995}" type="pres">
      <dgm:prSet presAssocID="{203FEB4B-535D-454B-8781-4DF4DB1BB8EF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1E34AECB-DD63-4615-9CF5-068D7F133F7F}" type="pres">
      <dgm:prSet presAssocID="{203FEB4B-535D-454B-8781-4DF4DB1BB8EF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F4F1901-91B0-43EA-9521-31F7D84FABB1}" type="presOf" srcId="{A1F9311F-2337-4494-98FB-F08AC3F764D3}" destId="{1E34AECB-DD63-4615-9CF5-068D7F133F7F}" srcOrd="0" destOrd="2" presId="urn:microsoft.com/office/officeart/2005/8/layout/vList5"/>
    <dgm:cxn modelId="{62947102-60DD-448A-B1D8-4F380974D24F}" srcId="{E8B4AC1B-8C62-45FE-85BD-E8A797A7C6A4}" destId="{0C4249C7-6FBD-4164-B97D-B4B40306DEAE}" srcOrd="0" destOrd="0" parTransId="{088BACB1-A700-44AF-9B5F-1AA78DA96486}" sibTransId="{AE0C4AA2-CC3D-484A-A2F4-1663570E0E90}"/>
    <dgm:cxn modelId="{0D4B8909-EDFF-4627-9679-25F7625EBF3D}" srcId="{203FEB4B-535D-454B-8781-4DF4DB1BB8EF}" destId="{14BB630F-258B-4788-96CE-69771F033566}" srcOrd="1" destOrd="0" parTransId="{F3A44E00-5B43-458C-AC3C-72AB7B5022F8}" sibTransId="{67D4F302-4967-477A-AA4D-A3F4B1C059D8}"/>
    <dgm:cxn modelId="{444DFD0D-D0AC-4B2F-9DD0-0F0CAB62368C}" type="presOf" srcId="{AC34A228-CE35-4132-8368-7694D433BDF9}" destId="{1E34AECB-DD63-4615-9CF5-068D7F133F7F}" srcOrd="0" destOrd="5" presId="urn:microsoft.com/office/officeart/2005/8/layout/vList5"/>
    <dgm:cxn modelId="{20BAD718-011E-45FD-BEDC-202472E5A6DC}" srcId="{203FEB4B-535D-454B-8781-4DF4DB1BB8EF}" destId="{A1F9311F-2337-4494-98FB-F08AC3F764D3}" srcOrd="2" destOrd="0" parTransId="{011D41D2-9C9B-4BA7-981A-91E3F923F030}" sibTransId="{CE434FAF-9B42-43BD-8A92-C01BA10D276A}"/>
    <dgm:cxn modelId="{88D6BE27-0A6F-4CEF-BDE4-D4EE3CD2696B}" type="presOf" srcId="{50E917B6-35C6-4EEE-883C-8B94E79C67BE}" destId="{1E34AECB-DD63-4615-9CF5-068D7F133F7F}" srcOrd="0" destOrd="4" presId="urn:microsoft.com/office/officeart/2005/8/layout/vList5"/>
    <dgm:cxn modelId="{02EB512F-3737-445B-B6BA-BF2317A9A2ED}" srcId="{31D98E72-54D8-486C-BA19-093D4572D1C2}" destId="{71B4C068-0341-4414-A0F4-7216AFB1D23A}" srcOrd="0" destOrd="0" parTransId="{1429C50B-B9CC-4533-84D7-8321EC5BDCB0}" sibTransId="{81BF00FA-1341-4EBE-BE47-BEED7498957D}"/>
    <dgm:cxn modelId="{534D3034-6634-4FC5-B195-B23D2FE8B32F}" srcId="{31D98E72-54D8-486C-BA19-093D4572D1C2}" destId="{C5DA0584-1AA5-486B-8291-25147ABDD04D}" srcOrd="3" destOrd="0" parTransId="{7D974186-98CC-43B5-82BE-D37C82C9F767}" sibTransId="{E4E5B425-15AD-489B-8A6A-BAB84D6AFD15}"/>
    <dgm:cxn modelId="{811A483C-8992-4180-8E26-314C724F218E}" type="presOf" srcId="{14BB630F-258B-4788-96CE-69771F033566}" destId="{1E34AECB-DD63-4615-9CF5-068D7F133F7F}" srcOrd="0" destOrd="1" presId="urn:microsoft.com/office/officeart/2005/8/layout/vList5"/>
    <dgm:cxn modelId="{65959162-00EF-4E8D-B689-68C02568CBE4}" srcId="{31D98E72-54D8-486C-BA19-093D4572D1C2}" destId="{D3950057-3D76-476F-86DC-ED7B8C0E7D7F}" srcOrd="1" destOrd="0" parTransId="{5109C350-7907-43AB-965A-8A158D3E4A7D}" sibTransId="{8EEBE0D6-7789-4F3D-8462-87DC0805C1E0}"/>
    <dgm:cxn modelId="{0C29DE6F-7891-4D6B-A320-99F37F42FBC6}" type="presOf" srcId="{71B4C068-0341-4414-A0F4-7216AFB1D23A}" destId="{E0B2E89A-61FF-4153-93FC-17937A064CD2}" srcOrd="0" destOrd="0" presId="urn:microsoft.com/office/officeart/2005/8/layout/vList5"/>
    <dgm:cxn modelId="{30B74450-BA1E-4642-B079-A355AC4542FE}" type="presOf" srcId="{F95C5B52-03F8-4EF9-A2FC-DF70466AAB4B}" destId="{1E34AECB-DD63-4615-9CF5-068D7F133F7F}" srcOrd="0" destOrd="0" presId="urn:microsoft.com/office/officeart/2005/8/layout/vList5"/>
    <dgm:cxn modelId="{01DAA179-7BFD-4777-964A-CDF210342C7C}" type="presOf" srcId="{CD1A7CFE-CF99-4E7B-B71F-655F22D180C7}" destId="{1E34AECB-DD63-4615-9CF5-068D7F133F7F}" srcOrd="0" destOrd="3" presId="urn:microsoft.com/office/officeart/2005/8/layout/vList5"/>
    <dgm:cxn modelId="{3D43437C-212C-404F-B86E-696B781F36B1}" srcId="{31D98E72-54D8-486C-BA19-093D4572D1C2}" destId="{270F12DB-AEFD-4798-8234-8C927ECBB62D}" srcOrd="2" destOrd="0" parTransId="{417BD7AB-EDCD-47F4-918C-2C1730981A78}" sibTransId="{BD577EEF-5361-4748-9DBF-5E4FD82E620F}"/>
    <dgm:cxn modelId="{56C64682-9339-4A7B-A082-EF146E4C90F9}" srcId="{0C4249C7-6FBD-4164-B97D-B4B40306DEAE}" destId="{D2B452C0-989A-4B12-8256-5DCBA4754275}" srcOrd="0" destOrd="0" parTransId="{4F7D1EC9-16AB-4D97-9B40-AC5207A3C018}" sibTransId="{7D8FD244-1919-4FF4-ADBE-98DDC7D78001}"/>
    <dgm:cxn modelId="{D2443E84-06F8-4DF6-88E2-C060C6694052}" type="presOf" srcId="{D2B452C0-989A-4B12-8256-5DCBA4754275}" destId="{F195DA1E-1C7E-42B6-8CCF-E21761B8304B}" srcOrd="0" destOrd="0" presId="urn:microsoft.com/office/officeart/2005/8/layout/vList5"/>
    <dgm:cxn modelId="{E8280F8A-8DD6-47E1-9072-86A117B26312}" type="presOf" srcId="{31D98E72-54D8-486C-BA19-093D4572D1C2}" destId="{BED9B3F4-2E11-44B1-9BA2-58C05F318105}" srcOrd="0" destOrd="0" presId="urn:microsoft.com/office/officeart/2005/8/layout/vList5"/>
    <dgm:cxn modelId="{371ED393-8179-4A8F-B11E-1DE77011D519}" type="presOf" srcId="{203FEB4B-535D-454B-8781-4DF4DB1BB8EF}" destId="{145C66F6-F207-4E4C-BAE5-5EBCDE338995}" srcOrd="0" destOrd="0" presId="urn:microsoft.com/office/officeart/2005/8/layout/vList5"/>
    <dgm:cxn modelId="{988E8D96-5D28-4AA1-9027-D105042DEE78}" type="presOf" srcId="{E8B4AC1B-8C62-45FE-85BD-E8A797A7C6A4}" destId="{AC83F669-47FD-43CE-97E5-3A0DECE47A44}" srcOrd="0" destOrd="0" presId="urn:microsoft.com/office/officeart/2005/8/layout/vList5"/>
    <dgm:cxn modelId="{BB2A5299-F206-4134-AC60-331638644945}" srcId="{E8B4AC1B-8C62-45FE-85BD-E8A797A7C6A4}" destId="{31D98E72-54D8-486C-BA19-093D4572D1C2}" srcOrd="1" destOrd="0" parTransId="{395E130C-3B37-4E03-A694-D7E429FC07C5}" sibTransId="{E8F1CCC9-5521-4F5F-AE45-82612EEE7079}"/>
    <dgm:cxn modelId="{2C449AA7-D6E4-47FB-9141-E0259203AFD0}" type="presOf" srcId="{C5DA0584-1AA5-486B-8291-25147ABDD04D}" destId="{E0B2E89A-61FF-4153-93FC-17937A064CD2}" srcOrd="0" destOrd="3" presId="urn:microsoft.com/office/officeart/2005/8/layout/vList5"/>
    <dgm:cxn modelId="{2D870AB2-AB5E-4495-900D-8736A17DACE3}" type="presOf" srcId="{270F12DB-AEFD-4798-8234-8C927ECBB62D}" destId="{E0B2E89A-61FF-4153-93FC-17937A064CD2}" srcOrd="0" destOrd="2" presId="urn:microsoft.com/office/officeart/2005/8/layout/vList5"/>
    <dgm:cxn modelId="{4D7227D1-B4DD-4CEE-AF3D-01D729807131}" srcId="{203FEB4B-535D-454B-8781-4DF4DB1BB8EF}" destId="{CD1A7CFE-CF99-4E7B-B71F-655F22D180C7}" srcOrd="3" destOrd="0" parTransId="{52DB83A9-F7A7-4529-B00E-4CF21A839B71}" sibTransId="{FEFC25A4-8A8C-4DD2-9FAB-02B3FA7BA36C}"/>
    <dgm:cxn modelId="{B0BD9EDA-2D6D-454F-A75A-927D8EC9B589}" type="presOf" srcId="{D3950057-3D76-476F-86DC-ED7B8C0E7D7F}" destId="{E0B2E89A-61FF-4153-93FC-17937A064CD2}" srcOrd="0" destOrd="1" presId="urn:microsoft.com/office/officeart/2005/8/layout/vList5"/>
    <dgm:cxn modelId="{3770D7DD-7B24-4B5D-BF1A-D854142D56B7}" type="presOf" srcId="{0C4249C7-6FBD-4164-B97D-B4B40306DEAE}" destId="{34DE6ACF-FE17-435B-84E5-65AA6C275BC5}" srcOrd="0" destOrd="0" presId="urn:microsoft.com/office/officeart/2005/8/layout/vList5"/>
    <dgm:cxn modelId="{CAB9B7DE-25B0-4F34-9997-696F0D5A9715}" srcId="{203FEB4B-535D-454B-8781-4DF4DB1BB8EF}" destId="{50E917B6-35C6-4EEE-883C-8B94E79C67BE}" srcOrd="4" destOrd="0" parTransId="{DC77C14B-EB7A-46B8-9265-EABAFBF0BF36}" sibTransId="{DEFAD20A-A900-40C4-A5C0-4AE81EF70A88}"/>
    <dgm:cxn modelId="{F47BB1F4-944B-414B-88BD-8B794E192E95}" srcId="{203FEB4B-535D-454B-8781-4DF4DB1BB8EF}" destId="{AC34A228-CE35-4132-8368-7694D433BDF9}" srcOrd="5" destOrd="0" parTransId="{269665CA-5B1A-42D3-A65A-AF4DBCE811B8}" sibTransId="{FDAB6745-2785-4214-A25D-1AB37E28EDC9}"/>
    <dgm:cxn modelId="{C0AB31F6-269A-44D8-85DD-8CDFFD3717B8}" srcId="{E8B4AC1B-8C62-45FE-85BD-E8A797A7C6A4}" destId="{203FEB4B-535D-454B-8781-4DF4DB1BB8EF}" srcOrd="2" destOrd="0" parTransId="{E463D393-7DC5-44F0-A17D-1D1822F65362}" sibTransId="{E2248190-3889-4236-AC83-6176231E2A9D}"/>
    <dgm:cxn modelId="{668B08FB-651E-4B5F-9014-585C3E5D109A}" srcId="{203FEB4B-535D-454B-8781-4DF4DB1BB8EF}" destId="{F95C5B52-03F8-4EF9-A2FC-DF70466AAB4B}" srcOrd="0" destOrd="0" parTransId="{05B7FAF7-A543-4103-9CDC-887FEDF02C02}" sibTransId="{1F8AE664-F793-4DB8-B10F-B7B22A3681C3}"/>
    <dgm:cxn modelId="{4EF57395-BD86-4DC2-8C24-27BC37255480}" type="presParOf" srcId="{AC83F669-47FD-43CE-97E5-3A0DECE47A44}" destId="{A9F65B82-1E1C-4EE5-B009-09B1B3342802}" srcOrd="0" destOrd="0" presId="urn:microsoft.com/office/officeart/2005/8/layout/vList5"/>
    <dgm:cxn modelId="{AE77D0D2-C125-4782-AF90-A51D39226C9C}" type="presParOf" srcId="{A9F65B82-1E1C-4EE5-B009-09B1B3342802}" destId="{34DE6ACF-FE17-435B-84E5-65AA6C275BC5}" srcOrd="0" destOrd="0" presId="urn:microsoft.com/office/officeart/2005/8/layout/vList5"/>
    <dgm:cxn modelId="{AEB8559B-073C-469D-B9B0-8AB8EF9E0DC3}" type="presParOf" srcId="{A9F65B82-1E1C-4EE5-B009-09B1B3342802}" destId="{F195DA1E-1C7E-42B6-8CCF-E21761B8304B}" srcOrd="1" destOrd="0" presId="urn:microsoft.com/office/officeart/2005/8/layout/vList5"/>
    <dgm:cxn modelId="{197C5E0C-4A82-4718-A7B3-163191F7D6FD}" type="presParOf" srcId="{AC83F669-47FD-43CE-97E5-3A0DECE47A44}" destId="{3E0BBA32-16A7-4749-BB9E-DD6441AF2666}" srcOrd="1" destOrd="0" presId="urn:microsoft.com/office/officeart/2005/8/layout/vList5"/>
    <dgm:cxn modelId="{82DE80B5-6F86-4E24-8847-DB6258208F74}" type="presParOf" srcId="{AC83F669-47FD-43CE-97E5-3A0DECE47A44}" destId="{02F179AF-6B42-4845-A4FD-DD0E278B2FC9}" srcOrd="2" destOrd="0" presId="urn:microsoft.com/office/officeart/2005/8/layout/vList5"/>
    <dgm:cxn modelId="{2FC795F1-4A0A-4CD1-8769-FBC3C53FA70B}" type="presParOf" srcId="{02F179AF-6B42-4845-A4FD-DD0E278B2FC9}" destId="{BED9B3F4-2E11-44B1-9BA2-58C05F318105}" srcOrd="0" destOrd="0" presId="urn:microsoft.com/office/officeart/2005/8/layout/vList5"/>
    <dgm:cxn modelId="{7E848349-A7CB-4BF3-AD3E-7BEF1FB8A68D}" type="presParOf" srcId="{02F179AF-6B42-4845-A4FD-DD0E278B2FC9}" destId="{E0B2E89A-61FF-4153-93FC-17937A064CD2}" srcOrd="1" destOrd="0" presId="urn:microsoft.com/office/officeart/2005/8/layout/vList5"/>
    <dgm:cxn modelId="{F846A769-256E-48EA-9F61-5259F8095B1C}" type="presParOf" srcId="{AC83F669-47FD-43CE-97E5-3A0DECE47A44}" destId="{14EDBE8E-2A18-4BC9-AEBE-AA5438FB1DB6}" srcOrd="3" destOrd="0" presId="urn:microsoft.com/office/officeart/2005/8/layout/vList5"/>
    <dgm:cxn modelId="{9E5A72F1-74C6-47F8-A79A-8E6B90B28F02}" type="presParOf" srcId="{AC83F669-47FD-43CE-97E5-3A0DECE47A44}" destId="{0C4094E2-3D44-44A7-8C44-9C7C934AEE09}" srcOrd="4" destOrd="0" presId="urn:microsoft.com/office/officeart/2005/8/layout/vList5"/>
    <dgm:cxn modelId="{FD649A89-252A-426B-97AD-FDA8D71AE8E0}" type="presParOf" srcId="{0C4094E2-3D44-44A7-8C44-9C7C934AEE09}" destId="{145C66F6-F207-4E4C-BAE5-5EBCDE338995}" srcOrd="0" destOrd="0" presId="urn:microsoft.com/office/officeart/2005/8/layout/vList5"/>
    <dgm:cxn modelId="{AA0636ED-3E60-4D9A-8482-A7C18B634A6F}" type="presParOf" srcId="{0C4094E2-3D44-44A7-8C44-9C7C934AEE09}" destId="{1E34AECB-DD63-4615-9CF5-068D7F133F7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8B4AC1B-8C62-45FE-85BD-E8A797A7C6A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C4249C7-6FBD-4164-B97D-B4B40306DEAE}">
      <dgm:prSet phldrT="[Text]" phldr="0"/>
      <dgm:spPr/>
      <dgm:t>
        <a:bodyPr/>
        <a:lstStyle/>
        <a:p>
          <a:r>
            <a:rPr lang="en-US" dirty="0"/>
            <a:t>Linear scaling</a:t>
          </a:r>
        </a:p>
      </dgm:t>
    </dgm:pt>
    <dgm:pt modelId="{088BACB1-A700-44AF-9B5F-1AA78DA96486}" type="parTrans" cxnId="{62947102-60DD-448A-B1D8-4F380974D24F}">
      <dgm:prSet/>
      <dgm:spPr/>
      <dgm:t>
        <a:bodyPr/>
        <a:lstStyle/>
        <a:p>
          <a:endParaRPr lang="en-US"/>
        </a:p>
      </dgm:t>
    </dgm:pt>
    <dgm:pt modelId="{AE0C4AA2-CC3D-484A-A2F4-1663570E0E90}" type="sibTrans" cxnId="{62947102-60DD-448A-B1D8-4F380974D24F}">
      <dgm:prSet/>
      <dgm:spPr/>
      <dgm:t>
        <a:bodyPr/>
        <a:lstStyle/>
        <a:p>
          <a:endParaRPr lang="en-US"/>
        </a:p>
      </dgm:t>
    </dgm:pt>
    <dgm:pt modelId="{D2B452C0-989A-4B12-8256-5DCBA4754275}">
      <dgm:prSet phldrT="[Text]" phldr="0"/>
      <dgm:spPr/>
      <dgm:t>
        <a:bodyPr/>
        <a:lstStyle/>
        <a:p>
          <a:r>
            <a:rPr lang="ar-LB" dirty="0"/>
            <a:t>إضافة درجات للجميع</a:t>
          </a:r>
          <a:endParaRPr lang="en-US" dirty="0"/>
        </a:p>
      </dgm:t>
    </dgm:pt>
    <dgm:pt modelId="{4F7D1EC9-16AB-4D97-9B40-AC5207A3C018}" type="parTrans" cxnId="{56C64682-9339-4A7B-A082-EF146E4C90F9}">
      <dgm:prSet/>
      <dgm:spPr/>
      <dgm:t>
        <a:bodyPr/>
        <a:lstStyle/>
        <a:p>
          <a:endParaRPr lang="en-US"/>
        </a:p>
      </dgm:t>
    </dgm:pt>
    <dgm:pt modelId="{7D8FD244-1919-4FF4-ADBE-98DDC7D78001}" type="sibTrans" cxnId="{56C64682-9339-4A7B-A082-EF146E4C90F9}">
      <dgm:prSet/>
      <dgm:spPr/>
      <dgm:t>
        <a:bodyPr/>
        <a:lstStyle/>
        <a:p>
          <a:endParaRPr lang="en-US"/>
        </a:p>
      </dgm:t>
    </dgm:pt>
    <dgm:pt modelId="{31D98E72-54D8-486C-BA19-093D4572D1C2}">
      <dgm:prSet phldrT="[Text]" phldr="0"/>
      <dgm:spPr/>
      <dgm:t>
        <a:bodyPr/>
        <a:lstStyle/>
        <a:p>
          <a:r>
            <a:rPr lang="en-US" dirty="0"/>
            <a:t>Linear shift</a:t>
          </a:r>
        </a:p>
      </dgm:t>
    </dgm:pt>
    <dgm:pt modelId="{395E130C-3B37-4E03-A694-D7E429FC07C5}" type="parTrans" cxnId="{BB2A5299-F206-4134-AC60-331638644945}">
      <dgm:prSet/>
      <dgm:spPr/>
      <dgm:t>
        <a:bodyPr/>
        <a:lstStyle/>
        <a:p>
          <a:endParaRPr lang="en-US"/>
        </a:p>
      </dgm:t>
    </dgm:pt>
    <dgm:pt modelId="{E8F1CCC9-5521-4F5F-AE45-82612EEE7079}" type="sibTrans" cxnId="{BB2A5299-F206-4134-AC60-331638644945}">
      <dgm:prSet/>
      <dgm:spPr/>
      <dgm:t>
        <a:bodyPr/>
        <a:lstStyle/>
        <a:p>
          <a:endParaRPr lang="en-US"/>
        </a:p>
      </dgm:t>
    </dgm:pt>
    <dgm:pt modelId="{71B4C068-0341-4414-A0F4-7216AFB1D23A}">
      <dgm:prSet phldrT="[Text]"/>
      <dgm:spPr/>
      <dgm:t>
        <a:bodyPr/>
        <a:lstStyle/>
        <a:p>
          <a:pPr>
            <a:buNone/>
          </a:pPr>
          <a:r>
            <a:rPr lang="en-US" dirty="0"/>
            <a:t>New Score=a(Original Score)+b</a:t>
          </a:r>
        </a:p>
      </dgm:t>
    </dgm:pt>
    <dgm:pt modelId="{1429C50B-B9CC-4533-84D7-8321EC5BDCB0}" type="parTrans" cxnId="{02EB512F-3737-445B-B6BA-BF2317A9A2ED}">
      <dgm:prSet/>
      <dgm:spPr/>
      <dgm:t>
        <a:bodyPr/>
        <a:lstStyle/>
        <a:p>
          <a:endParaRPr lang="en-US"/>
        </a:p>
      </dgm:t>
    </dgm:pt>
    <dgm:pt modelId="{81BF00FA-1341-4EBE-BE47-BEED7498957D}" type="sibTrans" cxnId="{02EB512F-3737-445B-B6BA-BF2317A9A2ED}">
      <dgm:prSet/>
      <dgm:spPr/>
      <dgm:t>
        <a:bodyPr/>
        <a:lstStyle/>
        <a:p>
          <a:endParaRPr lang="en-US"/>
        </a:p>
      </dgm:t>
    </dgm:pt>
    <dgm:pt modelId="{203FEB4B-535D-454B-8781-4DF4DB1BB8EF}">
      <dgm:prSet phldrT="[Text]" phldr="0"/>
      <dgm:spPr/>
      <dgm:t>
        <a:bodyPr/>
        <a:lstStyle/>
        <a:p>
          <a:r>
            <a:rPr lang="en-US" dirty="0"/>
            <a:t>Standard scaling</a:t>
          </a:r>
        </a:p>
      </dgm:t>
    </dgm:pt>
    <dgm:pt modelId="{E463D393-7DC5-44F0-A17D-1D1822F65362}" type="parTrans" cxnId="{C0AB31F6-269A-44D8-85DD-8CDFFD3717B8}">
      <dgm:prSet/>
      <dgm:spPr/>
      <dgm:t>
        <a:bodyPr/>
        <a:lstStyle/>
        <a:p>
          <a:endParaRPr lang="en-US"/>
        </a:p>
      </dgm:t>
    </dgm:pt>
    <dgm:pt modelId="{E2248190-3889-4236-AC83-6176231E2A9D}" type="sibTrans" cxnId="{C0AB31F6-269A-44D8-85DD-8CDFFD3717B8}">
      <dgm:prSet/>
      <dgm:spPr/>
      <dgm:t>
        <a:bodyPr/>
        <a:lstStyle/>
        <a:p>
          <a:endParaRPr lang="en-US"/>
        </a:p>
      </dgm:t>
    </dgm:pt>
    <dgm:pt modelId="{F95C5B52-03F8-4EF9-A2FC-DF70466AAB4B}">
      <dgm:prSet phldrT="[Text]"/>
      <dgm:spPr>
        <a:blipFill>
          <a:blip xmlns:r="http://schemas.openxmlformats.org/officeDocument/2006/relationships" r:embed="rId1"/>
          <a:stretch>
            <a:fillRect l="-818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05B7FAF7-A543-4103-9CDC-887FEDF02C02}" type="parTrans" cxnId="{668B08FB-651E-4B5F-9014-585C3E5D109A}">
      <dgm:prSet/>
      <dgm:spPr/>
      <dgm:t>
        <a:bodyPr/>
        <a:lstStyle/>
        <a:p>
          <a:endParaRPr lang="en-US"/>
        </a:p>
      </dgm:t>
    </dgm:pt>
    <dgm:pt modelId="{1F8AE664-F793-4DB8-B10F-B7B22A3681C3}" type="sibTrans" cxnId="{668B08FB-651E-4B5F-9014-585C3E5D109A}">
      <dgm:prSet/>
      <dgm:spPr/>
      <dgm:t>
        <a:bodyPr/>
        <a:lstStyle/>
        <a:p>
          <a:endParaRPr lang="en-US"/>
        </a:p>
      </dgm:t>
    </dgm:pt>
    <dgm:pt modelId="{D3950057-3D76-476F-86DC-ED7B8C0E7D7F}">
      <dgm:prSet/>
      <dgm:spPr/>
      <dgm:t>
        <a:bodyPr/>
        <a:lstStyle/>
        <a:p>
          <a:pPr>
            <a:buNone/>
          </a:pPr>
          <a:r>
            <a:rPr lang="en-US"/>
            <a:t>Where:</a:t>
          </a:r>
        </a:p>
      </dgm:t>
    </dgm:pt>
    <dgm:pt modelId="{5109C350-7907-43AB-965A-8A158D3E4A7D}" type="parTrans" cxnId="{65959162-00EF-4E8D-B689-68C02568CBE4}">
      <dgm:prSet/>
      <dgm:spPr/>
      <dgm:t>
        <a:bodyPr/>
        <a:lstStyle/>
        <a:p>
          <a:endParaRPr lang="en-US"/>
        </a:p>
      </dgm:t>
    </dgm:pt>
    <dgm:pt modelId="{8EEBE0D6-7789-4F3D-8462-87DC0805C1E0}" type="sibTrans" cxnId="{65959162-00EF-4E8D-B689-68C02568CBE4}">
      <dgm:prSet/>
      <dgm:spPr/>
      <dgm:t>
        <a:bodyPr/>
        <a:lstStyle/>
        <a:p>
          <a:endParaRPr lang="en-US"/>
        </a:p>
      </dgm:t>
    </dgm:pt>
    <dgm:pt modelId="{270F12DB-AEFD-4798-8234-8C927ECBB62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a</a:t>
          </a:r>
          <a:r>
            <a:rPr lang="en-US"/>
            <a:t> = scaling factor (how much we stretch or compress the distribution)</a:t>
          </a:r>
        </a:p>
      </dgm:t>
    </dgm:pt>
    <dgm:pt modelId="{417BD7AB-EDCD-47F4-918C-2C1730981A78}" type="parTrans" cxnId="{3D43437C-212C-404F-B86E-696B781F36B1}">
      <dgm:prSet/>
      <dgm:spPr/>
      <dgm:t>
        <a:bodyPr/>
        <a:lstStyle/>
        <a:p>
          <a:endParaRPr lang="en-US"/>
        </a:p>
      </dgm:t>
    </dgm:pt>
    <dgm:pt modelId="{BD577EEF-5361-4748-9DBF-5E4FD82E620F}" type="sibTrans" cxnId="{3D43437C-212C-404F-B86E-696B781F36B1}">
      <dgm:prSet/>
      <dgm:spPr/>
      <dgm:t>
        <a:bodyPr/>
        <a:lstStyle/>
        <a:p>
          <a:endParaRPr lang="en-US"/>
        </a:p>
      </dgm:t>
    </dgm:pt>
    <dgm:pt modelId="{C5DA0584-1AA5-486B-8291-25147ABDD04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b</a:t>
          </a:r>
          <a:r>
            <a:rPr lang="en-US"/>
            <a:t> = shift factor (how much we move all scores up or down)</a:t>
          </a:r>
        </a:p>
      </dgm:t>
    </dgm:pt>
    <dgm:pt modelId="{7D974186-98CC-43B5-82BE-D37C82C9F767}" type="parTrans" cxnId="{534D3034-6634-4FC5-B195-B23D2FE8B32F}">
      <dgm:prSet/>
      <dgm:spPr/>
      <dgm:t>
        <a:bodyPr/>
        <a:lstStyle/>
        <a:p>
          <a:endParaRPr lang="en-US"/>
        </a:p>
      </dgm:t>
    </dgm:pt>
    <dgm:pt modelId="{E4E5B425-15AD-489B-8A6A-BAB84D6AFD15}" type="sibTrans" cxnId="{534D3034-6634-4FC5-B195-B23D2FE8B32F}">
      <dgm:prSet/>
      <dgm:spPr/>
      <dgm:t>
        <a:bodyPr/>
        <a:lstStyle/>
        <a:p>
          <a:endParaRPr lang="en-US"/>
        </a:p>
      </dgm:t>
    </dgm:pt>
    <dgm:pt modelId="{14BB630F-258B-4788-96CE-69771F033566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F3A44E00-5B43-458C-AC3C-72AB7B5022F8}" type="parTrans" cxnId="{0D4B8909-EDFF-4627-9679-25F7625EBF3D}">
      <dgm:prSet/>
      <dgm:spPr/>
      <dgm:t>
        <a:bodyPr/>
        <a:lstStyle/>
        <a:p>
          <a:endParaRPr lang="en-US"/>
        </a:p>
      </dgm:t>
    </dgm:pt>
    <dgm:pt modelId="{67D4F302-4967-477A-AA4D-A3F4B1C059D8}" type="sibTrans" cxnId="{0D4B8909-EDFF-4627-9679-25F7625EBF3D}">
      <dgm:prSet/>
      <dgm:spPr/>
      <dgm:t>
        <a:bodyPr/>
        <a:lstStyle/>
        <a:p>
          <a:endParaRPr lang="en-US"/>
        </a:p>
      </dgm:t>
    </dgm:pt>
    <dgm:pt modelId="{A1F9311F-2337-4494-98FB-F08AC3F764D3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011D41D2-9C9B-4BA7-981A-91E3F923F030}" type="parTrans" cxnId="{20BAD718-011E-45FD-BEDC-202472E5A6DC}">
      <dgm:prSet/>
      <dgm:spPr/>
      <dgm:t>
        <a:bodyPr/>
        <a:lstStyle/>
        <a:p>
          <a:endParaRPr lang="en-US"/>
        </a:p>
      </dgm:t>
    </dgm:pt>
    <dgm:pt modelId="{CE434FAF-9B42-43BD-8A92-C01BA10D276A}" type="sibTrans" cxnId="{20BAD718-011E-45FD-BEDC-202472E5A6DC}">
      <dgm:prSet/>
      <dgm:spPr/>
      <dgm:t>
        <a:bodyPr/>
        <a:lstStyle/>
        <a:p>
          <a:endParaRPr lang="en-US"/>
        </a:p>
      </dgm:t>
    </dgm:pt>
    <dgm:pt modelId="{CD1A7CFE-CF99-4E7B-B71F-655F22D180C7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52DB83A9-F7A7-4529-B00E-4CF21A839B71}" type="parTrans" cxnId="{4D7227D1-B4DD-4CEE-AF3D-01D729807131}">
      <dgm:prSet/>
      <dgm:spPr/>
      <dgm:t>
        <a:bodyPr/>
        <a:lstStyle/>
        <a:p>
          <a:endParaRPr lang="en-US"/>
        </a:p>
      </dgm:t>
    </dgm:pt>
    <dgm:pt modelId="{FEFC25A4-8A8C-4DD2-9FAB-02B3FA7BA36C}" type="sibTrans" cxnId="{4D7227D1-B4DD-4CEE-AF3D-01D729807131}">
      <dgm:prSet/>
      <dgm:spPr/>
      <dgm:t>
        <a:bodyPr/>
        <a:lstStyle/>
        <a:p>
          <a:endParaRPr lang="en-US"/>
        </a:p>
      </dgm:t>
    </dgm:pt>
    <dgm:pt modelId="{50E917B6-35C6-4EEE-883C-8B94E79C67BE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DC77C14B-EB7A-46B8-9265-EABAFBF0BF36}" type="parTrans" cxnId="{CAB9B7DE-25B0-4F34-9997-696F0D5A9715}">
      <dgm:prSet/>
      <dgm:spPr/>
      <dgm:t>
        <a:bodyPr/>
        <a:lstStyle/>
        <a:p>
          <a:endParaRPr lang="en-US"/>
        </a:p>
      </dgm:t>
    </dgm:pt>
    <dgm:pt modelId="{DEFAD20A-A900-40C4-A5C0-4AE81EF70A88}" type="sibTrans" cxnId="{CAB9B7DE-25B0-4F34-9997-696F0D5A9715}">
      <dgm:prSet/>
      <dgm:spPr/>
      <dgm:t>
        <a:bodyPr/>
        <a:lstStyle/>
        <a:p>
          <a:endParaRPr lang="en-US"/>
        </a:p>
      </dgm:t>
    </dgm:pt>
    <dgm:pt modelId="{AC34A228-CE35-4132-8368-7694D433BDF9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269665CA-5B1A-42D3-A65A-AF4DBCE811B8}" type="parTrans" cxnId="{F47BB1F4-944B-414B-88BD-8B794E192E95}">
      <dgm:prSet/>
      <dgm:spPr/>
      <dgm:t>
        <a:bodyPr/>
        <a:lstStyle/>
        <a:p>
          <a:endParaRPr lang="en-US"/>
        </a:p>
      </dgm:t>
    </dgm:pt>
    <dgm:pt modelId="{FDAB6745-2785-4214-A25D-1AB37E28EDC9}" type="sibTrans" cxnId="{F47BB1F4-944B-414B-88BD-8B794E192E95}">
      <dgm:prSet/>
      <dgm:spPr/>
      <dgm:t>
        <a:bodyPr/>
        <a:lstStyle/>
        <a:p>
          <a:endParaRPr lang="en-US"/>
        </a:p>
      </dgm:t>
    </dgm:pt>
    <dgm:pt modelId="{AC83F669-47FD-43CE-97E5-3A0DECE47A44}" type="pres">
      <dgm:prSet presAssocID="{E8B4AC1B-8C62-45FE-85BD-E8A797A7C6A4}" presName="Name0" presStyleCnt="0">
        <dgm:presLayoutVars>
          <dgm:dir/>
          <dgm:animLvl val="lvl"/>
          <dgm:resizeHandles val="exact"/>
        </dgm:presLayoutVars>
      </dgm:prSet>
      <dgm:spPr/>
    </dgm:pt>
    <dgm:pt modelId="{A9F65B82-1E1C-4EE5-B009-09B1B3342802}" type="pres">
      <dgm:prSet presAssocID="{0C4249C7-6FBD-4164-B97D-B4B40306DEAE}" presName="linNode" presStyleCnt="0"/>
      <dgm:spPr/>
    </dgm:pt>
    <dgm:pt modelId="{34DE6ACF-FE17-435B-84E5-65AA6C275BC5}" type="pres">
      <dgm:prSet presAssocID="{0C4249C7-6FBD-4164-B97D-B4B40306DEA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F195DA1E-1C7E-42B6-8CCF-E21761B8304B}" type="pres">
      <dgm:prSet presAssocID="{0C4249C7-6FBD-4164-B97D-B4B40306DEAE}" presName="descendantText" presStyleLbl="alignAccFollowNode1" presStyleIdx="0" presStyleCnt="3">
        <dgm:presLayoutVars>
          <dgm:bulletEnabled val="1"/>
        </dgm:presLayoutVars>
      </dgm:prSet>
      <dgm:spPr/>
    </dgm:pt>
    <dgm:pt modelId="{3E0BBA32-16A7-4749-BB9E-DD6441AF2666}" type="pres">
      <dgm:prSet presAssocID="{AE0C4AA2-CC3D-484A-A2F4-1663570E0E90}" presName="sp" presStyleCnt="0"/>
      <dgm:spPr/>
    </dgm:pt>
    <dgm:pt modelId="{02F179AF-6B42-4845-A4FD-DD0E278B2FC9}" type="pres">
      <dgm:prSet presAssocID="{31D98E72-54D8-486C-BA19-093D4572D1C2}" presName="linNode" presStyleCnt="0"/>
      <dgm:spPr/>
    </dgm:pt>
    <dgm:pt modelId="{BED9B3F4-2E11-44B1-9BA2-58C05F318105}" type="pres">
      <dgm:prSet presAssocID="{31D98E72-54D8-486C-BA19-093D4572D1C2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E0B2E89A-61FF-4153-93FC-17937A064CD2}" type="pres">
      <dgm:prSet presAssocID="{31D98E72-54D8-486C-BA19-093D4572D1C2}" presName="descendantText" presStyleLbl="alignAccFollowNode1" presStyleIdx="1" presStyleCnt="3">
        <dgm:presLayoutVars>
          <dgm:bulletEnabled val="1"/>
        </dgm:presLayoutVars>
      </dgm:prSet>
      <dgm:spPr/>
    </dgm:pt>
    <dgm:pt modelId="{14EDBE8E-2A18-4BC9-AEBE-AA5438FB1DB6}" type="pres">
      <dgm:prSet presAssocID="{E8F1CCC9-5521-4F5F-AE45-82612EEE7079}" presName="sp" presStyleCnt="0"/>
      <dgm:spPr/>
    </dgm:pt>
    <dgm:pt modelId="{0C4094E2-3D44-44A7-8C44-9C7C934AEE09}" type="pres">
      <dgm:prSet presAssocID="{203FEB4B-535D-454B-8781-4DF4DB1BB8EF}" presName="linNode" presStyleCnt="0"/>
      <dgm:spPr/>
    </dgm:pt>
    <dgm:pt modelId="{145C66F6-F207-4E4C-BAE5-5EBCDE338995}" type="pres">
      <dgm:prSet presAssocID="{203FEB4B-535D-454B-8781-4DF4DB1BB8EF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1E34AECB-DD63-4615-9CF5-068D7F133F7F}" type="pres">
      <dgm:prSet presAssocID="{203FEB4B-535D-454B-8781-4DF4DB1BB8EF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F4F1901-91B0-43EA-9521-31F7D84FABB1}" type="presOf" srcId="{A1F9311F-2337-4494-98FB-F08AC3F764D3}" destId="{1E34AECB-DD63-4615-9CF5-068D7F133F7F}" srcOrd="0" destOrd="2" presId="urn:microsoft.com/office/officeart/2005/8/layout/vList5"/>
    <dgm:cxn modelId="{62947102-60DD-448A-B1D8-4F380974D24F}" srcId="{E8B4AC1B-8C62-45FE-85BD-E8A797A7C6A4}" destId="{0C4249C7-6FBD-4164-B97D-B4B40306DEAE}" srcOrd="0" destOrd="0" parTransId="{088BACB1-A700-44AF-9B5F-1AA78DA96486}" sibTransId="{AE0C4AA2-CC3D-484A-A2F4-1663570E0E90}"/>
    <dgm:cxn modelId="{0D4B8909-EDFF-4627-9679-25F7625EBF3D}" srcId="{203FEB4B-535D-454B-8781-4DF4DB1BB8EF}" destId="{14BB630F-258B-4788-96CE-69771F033566}" srcOrd="1" destOrd="0" parTransId="{F3A44E00-5B43-458C-AC3C-72AB7B5022F8}" sibTransId="{67D4F302-4967-477A-AA4D-A3F4B1C059D8}"/>
    <dgm:cxn modelId="{444DFD0D-D0AC-4B2F-9DD0-0F0CAB62368C}" type="presOf" srcId="{AC34A228-CE35-4132-8368-7694D433BDF9}" destId="{1E34AECB-DD63-4615-9CF5-068D7F133F7F}" srcOrd="0" destOrd="5" presId="urn:microsoft.com/office/officeart/2005/8/layout/vList5"/>
    <dgm:cxn modelId="{20BAD718-011E-45FD-BEDC-202472E5A6DC}" srcId="{203FEB4B-535D-454B-8781-4DF4DB1BB8EF}" destId="{A1F9311F-2337-4494-98FB-F08AC3F764D3}" srcOrd="2" destOrd="0" parTransId="{011D41D2-9C9B-4BA7-981A-91E3F923F030}" sibTransId="{CE434FAF-9B42-43BD-8A92-C01BA10D276A}"/>
    <dgm:cxn modelId="{88D6BE27-0A6F-4CEF-BDE4-D4EE3CD2696B}" type="presOf" srcId="{50E917B6-35C6-4EEE-883C-8B94E79C67BE}" destId="{1E34AECB-DD63-4615-9CF5-068D7F133F7F}" srcOrd="0" destOrd="4" presId="urn:microsoft.com/office/officeart/2005/8/layout/vList5"/>
    <dgm:cxn modelId="{02EB512F-3737-445B-B6BA-BF2317A9A2ED}" srcId="{31D98E72-54D8-486C-BA19-093D4572D1C2}" destId="{71B4C068-0341-4414-A0F4-7216AFB1D23A}" srcOrd="0" destOrd="0" parTransId="{1429C50B-B9CC-4533-84D7-8321EC5BDCB0}" sibTransId="{81BF00FA-1341-4EBE-BE47-BEED7498957D}"/>
    <dgm:cxn modelId="{534D3034-6634-4FC5-B195-B23D2FE8B32F}" srcId="{31D98E72-54D8-486C-BA19-093D4572D1C2}" destId="{C5DA0584-1AA5-486B-8291-25147ABDD04D}" srcOrd="3" destOrd="0" parTransId="{7D974186-98CC-43B5-82BE-D37C82C9F767}" sibTransId="{E4E5B425-15AD-489B-8A6A-BAB84D6AFD15}"/>
    <dgm:cxn modelId="{811A483C-8992-4180-8E26-314C724F218E}" type="presOf" srcId="{14BB630F-258B-4788-96CE-69771F033566}" destId="{1E34AECB-DD63-4615-9CF5-068D7F133F7F}" srcOrd="0" destOrd="1" presId="urn:microsoft.com/office/officeart/2005/8/layout/vList5"/>
    <dgm:cxn modelId="{65959162-00EF-4E8D-B689-68C02568CBE4}" srcId="{31D98E72-54D8-486C-BA19-093D4572D1C2}" destId="{D3950057-3D76-476F-86DC-ED7B8C0E7D7F}" srcOrd="1" destOrd="0" parTransId="{5109C350-7907-43AB-965A-8A158D3E4A7D}" sibTransId="{8EEBE0D6-7789-4F3D-8462-87DC0805C1E0}"/>
    <dgm:cxn modelId="{0C29DE6F-7891-4D6B-A320-99F37F42FBC6}" type="presOf" srcId="{71B4C068-0341-4414-A0F4-7216AFB1D23A}" destId="{E0B2E89A-61FF-4153-93FC-17937A064CD2}" srcOrd="0" destOrd="0" presId="urn:microsoft.com/office/officeart/2005/8/layout/vList5"/>
    <dgm:cxn modelId="{30B74450-BA1E-4642-B079-A355AC4542FE}" type="presOf" srcId="{F95C5B52-03F8-4EF9-A2FC-DF70466AAB4B}" destId="{1E34AECB-DD63-4615-9CF5-068D7F133F7F}" srcOrd="0" destOrd="0" presId="urn:microsoft.com/office/officeart/2005/8/layout/vList5"/>
    <dgm:cxn modelId="{01DAA179-7BFD-4777-964A-CDF210342C7C}" type="presOf" srcId="{CD1A7CFE-CF99-4E7B-B71F-655F22D180C7}" destId="{1E34AECB-DD63-4615-9CF5-068D7F133F7F}" srcOrd="0" destOrd="3" presId="urn:microsoft.com/office/officeart/2005/8/layout/vList5"/>
    <dgm:cxn modelId="{3D43437C-212C-404F-B86E-696B781F36B1}" srcId="{31D98E72-54D8-486C-BA19-093D4572D1C2}" destId="{270F12DB-AEFD-4798-8234-8C927ECBB62D}" srcOrd="2" destOrd="0" parTransId="{417BD7AB-EDCD-47F4-918C-2C1730981A78}" sibTransId="{BD577EEF-5361-4748-9DBF-5E4FD82E620F}"/>
    <dgm:cxn modelId="{56C64682-9339-4A7B-A082-EF146E4C90F9}" srcId="{0C4249C7-6FBD-4164-B97D-B4B40306DEAE}" destId="{D2B452C0-989A-4B12-8256-5DCBA4754275}" srcOrd="0" destOrd="0" parTransId="{4F7D1EC9-16AB-4D97-9B40-AC5207A3C018}" sibTransId="{7D8FD244-1919-4FF4-ADBE-98DDC7D78001}"/>
    <dgm:cxn modelId="{D2443E84-06F8-4DF6-88E2-C060C6694052}" type="presOf" srcId="{D2B452C0-989A-4B12-8256-5DCBA4754275}" destId="{F195DA1E-1C7E-42B6-8CCF-E21761B8304B}" srcOrd="0" destOrd="0" presId="urn:microsoft.com/office/officeart/2005/8/layout/vList5"/>
    <dgm:cxn modelId="{E8280F8A-8DD6-47E1-9072-86A117B26312}" type="presOf" srcId="{31D98E72-54D8-486C-BA19-093D4572D1C2}" destId="{BED9B3F4-2E11-44B1-9BA2-58C05F318105}" srcOrd="0" destOrd="0" presId="urn:microsoft.com/office/officeart/2005/8/layout/vList5"/>
    <dgm:cxn modelId="{371ED393-8179-4A8F-B11E-1DE77011D519}" type="presOf" srcId="{203FEB4B-535D-454B-8781-4DF4DB1BB8EF}" destId="{145C66F6-F207-4E4C-BAE5-5EBCDE338995}" srcOrd="0" destOrd="0" presId="urn:microsoft.com/office/officeart/2005/8/layout/vList5"/>
    <dgm:cxn modelId="{988E8D96-5D28-4AA1-9027-D105042DEE78}" type="presOf" srcId="{E8B4AC1B-8C62-45FE-85BD-E8A797A7C6A4}" destId="{AC83F669-47FD-43CE-97E5-3A0DECE47A44}" srcOrd="0" destOrd="0" presId="urn:microsoft.com/office/officeart/2005/8/layout/vList5"/>
    <dgm:cxn modelId="{BB2A5299-F206-4134-AC60-331638644945}" srcId="{E8B4AC1B-8C62-45FE-85BD-E8A797A7C6A4}" destId="{31D98E72-54D8-486C-BA19-093D4572D1C2}" srcOrd="1" destOrd="0" parTransId="{395E130C-3B37-4E03-A694-D7E429FC07C5}" sibTransId="{E8F1CCC9-5521-4F5F-AE45-82612EEE7079}"/>
    <dgm:cxn modelId="{2C449AA7-D6E4-47FB-9141-E0259203AFD0}" type="presOf" srcId="{C5DA0584-1AA5-486B-8291-25147ABDD04D}" destId="{E0B2E89A-61FF-4153-93FC-17937A064CD2}" srcOrd="0" destOrd="3" presId="urn:microsoft.com/office/officeart/2005/8/layout/vList5"/>
    <dgm:cxn modelId="{2D870AB2-AB5E-4495-900D-8736A17DACE3}" type="presOf" srcId="{270F12DB-AEFD-4798-8234-8C927ECBB62D}" destId="{E0B2E89A-61FF-4153-93FC-17937A064CD2}" srcOrd="0" destOrd="2" presId="urn:microsoft.com/office/officeart/2005/8/layout/vList5"/>
    <dgm:cxn modelId="{4D7227D1-B4DD-4CEE-AF3D-01D729807131}" srcId="{203FEB4B-535D-454B-8781-4DF4DB1BB8EF}" destId="{CD1A7CFE-CF99-4E7B-B71F-655F22D180C7}" srcOrd="3" destOrd="0" parTransId="{52DB83A9-F7A7-4529-B00E-4CF21A839B71}" sibTransId="{FEFC25A4-8A8C-4DD2-9FAB-02B3FA7BA36C}"/>
    <dgm:cxn modelId="{B0BD9EDA-2D6D-454F-A75A-927D8EC9B589}" type="presOf" srcId="{D3950057-3D76-476F-86DC-ED7B8C0E7D7F}" destId="{E0B2E89A-61FF-4153-93FC-17937A064CD2}" srcOrd="0" destOrd="1" presId="urn:microsoft.com/office/officeart/2005/8/layout/vList5"/>
    <dgm:cxn modelId="{3770D7DD-7B24-4B5D-BF1A-D854142D56B7}" type="presOf" srcId="{0C4249C7-6FBD-4164-B97D-B4B40306DEAE}" destId="{34DE6ACF-FE17-435B-84E5-65AA6C275BC5}" srcOrd="0" destOrd="0" presId="urn:microsoft.com/office/officeart/2005/8/layout/vList5"/>
    <dgm:cxn modelId="{CAB9B7DE-25B0-4F34-9997-696F0D5A9715}" srcId="{203FEB4B-535D-454B-8781-4DF4DB1BB8EF}" destId="{50E917B6-35C6-4EEE-883C-8B94E79C67BE}" srcOrd="4" destOrd="0" parTransId="{DC77C14B-EB7A-46B8-9265-EABAFBF0BF36}" sibTransId="{DEFAD20A-A900-40C4-A5C0-4AE81EF70A88}"/>
    <dgm:cxn modelId="{F47BB1F4-944B-414B-88BD-8B794E192E95}" srcId="{203FEB4B-535D-454B-8781-4DF4DB1BB8EF}" destId="{AC34A228-CE35-4132-8368-7694D433BDF9}" srcOrd="5" destOrd="0" parTransId="{269665CA-5B1A-42D3-A65A-AF4DBCE811B8}" sibTransId="{FDAB6745-2785-4214-A25D-1AB37E28EDC9}"/>
    <dgm:cxn modelId="{C0AB31F6-269A-44D8-85DD-8CDFFD3717B8}" srcId="{E8B4AC1B-8C62-45FE-85BD-E8A797A7C6A4}" destId="{203FEB4B-535D-454B-8781-4DF4DB1BB8EF}" srcOrd="2" destOrd="0" parTransId="{E463D393-7DC5-44F0-A17D-1D1822F65362}" sibTransId="{E2248190-3889-4236-AC83-6176231E2A9D}"/>
    <dgm:cxn modelId="{668B08FB-651E-4B5F-9014-585C3E5D109A}" srcId="{203FEB4B-535D-454B-8781-4DF4DB1BB8EF}" destId="{F95C5B52-03F8-4EF9-A2FC-DF70466AAB4B}" srcOrd="0" destOrd="0" parTransId="{05B7FAF7-A543-4103-9CDC-887FEDF02C02}" sibTransId="{1F8AE664-F793-4DB8-B10F-B7B22A3681C3}"/>
    <dgm:cxn modelId="{4EF57395-BD86-4DC2-8C24-27BC37255480}" type="presParOf" srcId="{AC83F669-47FD-43CE-97E5-3A0DECE47A44}" destId="{A9F65B82-1E1C-4EE5-B009-09B1B3342802}" srcOrd="0" destOrd="0" presId="urn:microsoft.com/office/officeart/2005/8/layout/vList5"/>
    <dgm:cxn modelId="{AE77D0D2-C125-4782-AF90-A51D39226C9C}" type="presParOf" srcId="{A9F65B82-1E1C-4EE5-B009-09B1B3342802}" destId="{34DE6ACF-FE17-435B-84E5-65AA6C275BC5}" srcOrd="0" destOrd="0" presId="urn:microsoft.com/office/officeart/2005/8/layout/vList5"/>
    <dgm:cxn modelId="{AEB8559B-073C-469D-B9B0-8AB8EF9E0DC3}" type="presParOf" srcId="{A9F65B82-1E1C-4EE5-B009-09B1B3342802}" destId="{F195DA1E-1C7E-42B6-8CCF-E21761B8304B}" srcOrd="1" destOrd="0" presId="urn:microsoft.com/office/officeart/2005/8/layout/vList5"/>
    <dgm:cxn modelId="{197C5E0C-4A82-4718-A7B3-163191F7D6FD}" type="presParOf" srcId="{AC83F669-47FD-43CE-97E5-3A0DECE47A44}" destId="{3E0BBA32-16A7-4749-BB9E-DD6441AF2666}" srcOrd="1" destOrd="0" presId="urn:microsoft.com/office/officeart/2005/8/layout/vList5"/>
    <dgm:cxn modelId="{82DE80B5-6F86-4E24-8847-DB6258208F74}" type="presParOf" srcId="{AC83F669-47FD-43CE-97E5-3A0DECE47A44}" destId="{02F179AF-6B42-4845-A4FD-DD0E278B2FC9}" srcOrd="2" destOrd="0" presId="urn:microsoft.com/office/officeart/2005/8/layout/vList5"/>
    <dgm:cxn modelId="{2FC795F1-4A0A-4CD1-8769-FBC3C53FA70B}" type="presParOf" srcId="{02F179AF-6B42-4845-A4FD-DD0E278B2FC9}" destId="{BED9B3F4-2E11-44B1-9BA2-58C05F318105}" srcOrd="0" destOrd="0" presId="urn:microsoft.com/office/officeart/2005/8/layout/vList5"/>
    <dgm:cxn modelId="{7E848349-A7CB-4BF3-AD3E-7BEF1FB8A68D}" type="presParOf" srcId="{02F179AF-6B42-4845-A4FD-DD0E278B2FC9}" destId="{E0B2E89A-61FF-4153-93FC-17937A064CD2}" srcOrd="1" destOrd="0" presId="urn:microsoft.com/office/officeart/2005/8/layout/vList5"/>
    <dgm:cxn modelId="{F846A769-256E-48EA-9F61-5259F8095B1C}" type="presParOf" srcId="{AC83F669-47FD-43CE-97E5-3A0DECE47A44}" destId="{14EDBE8E-2A18-4BC9-AEBE-AA5438FB1DB6}" srcOrd="3" destOrd="0" presId="urn:microsoft.com/office/officeart/2005/8/layout/vList5"/>
    <dgm:cxn modelId="{9E5A72F1-74C6-47F8-A79A-8E6B90B28F02}" type="presParOf" srcId="{AC83F669-47FD-43CE-97E5-3A0DECE47A44}" destId="{0C4094E2-3D44-44A7-8C44-9C7C934AEE09}" srcOrd="4" destOrd="0" presId="urn:microsoft.com/office/officeart/2005/8/layout/vList5"/>
    <dgm:cxn modelId="{FD649A89-252A-426B-97AD-FDA8D71AE8E0}" type="presParOf" srcId="{0C4094E2-3D44-44A7-8C44-9C7C934AEE09}" destId="{145C66F6-F207-4E4C-BAE5-5EBCDE338995}" srcOrd="0" destOrd="0" presId="urn:microsoft.com/office/officeart/2005/8/layout/vList5"/>
    <dgm:cxn modelId="{AA0636ED-3E60-4D9A-8482-A7C18B634A6F}" type="presParOf" srcId="{0C4094E2-3D44-44A7-8C44-9C7C934AEE09}" destId="{1E34AECB-DD63-4615-9CF5-068D7F133F7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EB3158-AAC6-483F-94DA-CEEAC2177FE8}">
      <dsp:nvSpPr>
        <dsp:cNvPr id="0" name=""/>
        <dsp:cNvSpPr/>
      </dsp:nvSpPr>
      <dsp:spPr>
        <a:xfrm>
          <a:off x="-7755416" y="-1184976"/>
          <a:ext cx="9227952" cy="9227952"/>
        </a:xfrm>
        <a:prstGeom prst="blockArc">
          <a:avLst>
            <a:gd name="adj1" fmla="val 18900000"/>
            <a:gd name="adj2" fmla="val 2700000"/>
            <a:gd name="adj3" fmla="val 234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4F4902-7A8D-4C15-BD33-6FFF9D19364F}">
      <dsp:nvSpPr>
        <dsp:cNvPr id="0" name=""/>
        <dsp:cNvSpPr/>
      </dsp:nvSpPr>
      <dsp:spPr>
        <a:xfrm>
          <a:off x="770279" y="527243"/>
          <a:ext cx="8884006" cy="10550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7434" tIns="119380" rIns="119380" bIns="11938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4700" kern="1200" dirty="0"/>
            <a:t>تخطيط وبناء الامتحان</a:t>
          </a:r>
          <a:endParaRPr lang="en-US" sz="4700" kern="1200" dirty="0"/>
        </a:p>
      </dsp:txBody>
      <dsp:txXfrm>
        <a:off x="770279" y="527243"/>
        <a:ext cx="8884006" cy="1055034"/>
      </dsp:txXfrm>
    </dsp:sp>
    <dsp:sp modelId="{2FAD2C0C-3481-4DDE-BA10-7CACD570B95E}">
      <dsp:nvSpPr>
        <dsp:cNvPr id="0" name=""/>
        <dsp:cNvSpPr/>
      </dsp:nvSpPr>
      <dsp:spPr>
        <a:xfrm>
          <a:off x="110882" y="395363"/>
          <a:ext cx="1318793" cy="13187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A66FAC-F33E-4D35-BEBB-7728DDB0E473}">
      <dsp:nvSpPr>
        <dsp:cNvPr id="0" name=""/>
        <dsp:cNvSpPr/>
      </dsp:nvSpPr>
      <dsp:spPr>
        <a:xfrm>
          <a:off x="1375155" y="2110069"/>
          <a:ext cx="8279131" cy="10550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7434" tIns="119380" rIns="119380" bIns="11938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4700" kern="1200" dirty="0"/>
            <a:t>احصائيات وتحليل النتائج</a:t>
          </a:r>
          <a:endParaRPr lang="en-US" sz="4700" kern="1200" dirty="0"/>
        </a:p>
      </dsp:txBody>
      <dsp:txXfrm>
        <a:off x="1375155" y="2110069"/>
        <a:ext cx="8279131" cy="1055034"/>
      </dsp:txXfrm>
    </dsp:sp>
    <dsp:sp modelId="{43F00972-EBC9-4119-9A64-2ED2D06A5701}">
      <dsp:nvSpPr>
        <dsp:cNvPr id="0" name=""/>
        <dsp:cNvSpPr/>
      </dsp:nvSpPr>
      <dsp:spPr>
        <a:xfrm>
          <a:off x="715758" y="1978190"/>
          <a:ext cx="1318793" cy="13187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3BC58D-89E1-4429-94D5-4036979E28D7}">
      <dsp:nvSpPr>
        <dsp:cNvPr id="0" name=""/>
        <dsp:cNvSpPr/>
      </dsp:nvSpPr>
      <dsp:spPr>
        <a:xfrm>
          <a:off x="1375155" y="3692895"/>
          <a:ext cx="8279131" cy="10550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7434" tIns="119380" rIns="119380" bIns="11938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4700" kern="1200" dirty="0"/>
            <a:t> تحليل الفقرات )</a:t>
          </a:r>
          <a:r>
            <a:rPr lang="en-US" sz="4700" kern="1200" dirty="0"/>
            <a:t>Analysis Item)</a:t>
          </a:r>
        </a:p>
      </dsp:txBody>
      <dsp:txXfrm>
        <a:off x="1375155" y="3692895"/>
        <a:ext cx="8279131" cy="1055034"/>
      </dsp:txXfrm>
    </dsp:sp>
    <dsp:sp modelId="{374AF209-70D9-403A-875E-0D466415F8CF}">
      <dsp:nvSpPr>
        <dsp:cNvPr id="0" name=""/>
        <dsp:cNvSpPr/>
      </dsp:nvSpPr>
      <dsp:spPr>
        <a:xfrm>
          <a:off x="715758" y="3561016"/>
          <a:ext cx="1318793" cy="13187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4A322C-BD64-425B-803E-AE775AE6B586}">
      <dsp:nvSpPr>
        <dsp:cNvPr id="0" name=""/>
        <dsp:cNvSpPr/>
      </dsp:nvSpPr>
      <dsp:spPr>
        <a:xfrm>
          <a:off x="770279" y="5275722"/>
          <a:ext cx="8884006" cy="10550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7434" tIns="119380" rIns="119380" bIns="11938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4700" kern="1200" dirty="0"/>
            <a:t> النماذج المرجعية للدرجات وتعديل النتائج</a:t>
          </a:r>
          <a:endParaRPr lang="en-US" sz="4700" kern="1200" dirty="0"/>
        </a:p>
      </dsp:txBody>
      <dsp:txXfrm>
        <a:off x="770279" y="5275722"/>
        <a:ext cx="8884006" cy="1055034"/>
      </dsp:txXfrm>
    </dsp:sp>
    <dsp:sp modelId="{2ECAA5F7-2632-4BDD-BA08-FD087286478D}">
      <dsp:nvSpPr>
        <dsp:cNvPr id="0" name=""/>
        <dsp:cNvSpPr/>
      </dsp:nvSpPr>
      <dsp:spPr>
        <a:xfrm>
          <a:off x="110882" y="5143842"/>
          <a:ext cx="1318793" cy="131879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A4C3F8-50C5-4DC4-8A80-C9B360BE17BC}">
      <dsp:nvSpPr>
        <dsp:cNvPr id="0" name=""/>
        <dsp:cNvSpPr/>
      </dsp:nvSpPr>
      <dsp:spPr>
        <a:xfrm>
          <a:off x="3147218" y="2388995"/>
          <a:ext cx="1833562" cy="1833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100" kern="1200" dirty="0"/>
            <a:t>مقاييس النزعة المركزية</a:t>
          </a:r>
          <a:endParaRPr lang="en-US" sz="3100" kern="1200" dirty="0"/>
        </a:p>
      </dsp:txBody>
      <dsp:txXfrm>
        <a:off x="3415737" y="2657514"/>
        <a:ext cx="1296524" cy="1296524"/>
      </dsp:txXfrm>
    </dsp:sp>
    <dsp:sp modelId="{5B2476CC-3A20-405E-B449-DFE74B4D92A5}">
      <dsp:nvSpPr>
        <dsp:cNvPr id="0" name=""/>
        <dsp:cNvSpPr/>
      </dsp:nvSpPr>
      <dsp:spPr>
        <a:xfrm rot="16200000">
          <a:off x="3787893" y="2092587"/>
          <a:ext cx="552212" cy="40605"/>
        </a:xfrm>
        <a:custGeom>
          <a:avLst/>
          <a:gdLst/>
          <a:ahLst/>
          <a:cxnLst/>
          <a:rect l="0" t="0" r="0" b="0"/>
          <a:pathLst>
            <a:path>
              <a:moveTo>
                <a:pt x="0" y="20302"/>
              </a:moveTo>
              <a:lnTo>
                <a:pt x="552212" y="2030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50194" y="2099084"/>
        <a:ext cx="27610" cy="27610"/>
      </dsp:txXfrm>
    </dsp:sp>
    <dsp:sp modelId="{062542EF-48C6-439B-A507-2DEE2955F532}">
      <dsp:nvSpPr>
        <dsp:cNvPr id="0" name=""/>
        <dsp:cNvSpPr/>
      </dsp:nvSpPr>
      <dsp:spPr>
        <a:xfrm>
          <a:off x="3147218" y="3221"/>
          <a:ext cx="1833562" cy="1833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mean</a:t>
          </a:r>
        </a:p>
      </dsp:txBody>
      <dsp:txXfrm>
        <a:off x="3415737" y="271740"/>
        <a:ext cx="1296524" cy="1296524"/>
      </dsp:txXfrm>
    </dsp:sp>
    <dsp:sp modelId="{E1235AA0-93A5-46FA-8683-DA159F014637}">
      <dsp:nvSpPr>
        <dsp:cNvPr id="0" name=""/>
        <dsp:cNvSpPr/>
      </dsp:nvSpPr>
      <dsp:spPr>
        <a:xfrm rot="1800000">
          <a:off x="4820964" y="3881918"/>
          <a:ext cx="552212" cy="40605"/>
        </a:xfrm>
        <a:custGeom>
          <a:avLst/>
          <a:gdLst/>
          <a:ahLst/>
          <a:cxnLst/>
          <a:rect l="0" t="0" r="0" b="0"/>
          <a:pathLst>
            <a:path>
              <a:moveTo>
                <a:pt x="0" y="20302"/>
              </a:moveTo>
              <a:lnTo>
                <a:pt x="552212" y="2030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3265" y="3888415"/>
        <a:ext cx="27610" cy="27610"/>
      </dsp:txXfrm>
    </dsp:sp>
    <dsp:sp modelId="{D6DB1BAA-222E-44FE-9338-979A442AD676}">
      <dsp:nvSpPr>
        <dsp:cNvPr id="0" name=""/>
        <dsp:cNvSpPr/>
      </dsp:nvSpPr>
      <dsp:spPr>
        <a:xfrm>
          <a:off x="5213360" y="3581883"/>
          <a:ext cx="1833562" cy="1833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mode</a:t>
          </a:r>
        </a:p>
      </dsp:txBody>
      <dsp:txXfrm>
        <a:off x="5481879" y="3850402"/>
        <a:ext cx="1296524" cy="1296524"/>
      </dsp:txXfrm>
    </dsp:sp>
    <dsp:sp modelId="{79EC46B1-EC91-4E2D-8E86-89A2490053BA}">
      <dsp:nvSpPr>
        <dsp:cNvPr id="0" name=""/>
        <dsp:cNvSpPr/>
      </dsp:nvSpPr>
      <dsp:spPr>
        <a:xfrm rot="9000000">
          <a:off x="2754823" y="3881918"/>
          <a:ext cx="552212" cy="40605"/>
        </a:xfrm>
        <a:custGeom>
          <a:avLst/>
          <a:gdLst/>
          <a:ahLst/>
          <a:cxnLst/>
          <a:rect l="0" t="0" r="0" b="0"/>
          <a:pathLst>
            <a:path>
              <a:moveTo>
                <a:pt x="0" y="20302"/>
              </a:moveTo>
              <a:lnTo>
                <a:pt x="552212" y="2030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017123" y="3888415"/>
        <a:ext cx="27610" cy="27610"/>
      </dsp:txXfrm>
    </dsp:sp>
    <dsp:sp modelId="{8D41571A-03D7-4FC0-9BCB-FEBB47CBB6D7}">
      <dsp:nvSpPr>
        <dsp:cNvPr id="0" name=""/>
        <dsp:cNvSpPr/>
      </dsp:nvSpPr>
      <dsp:spPr>
        <a:xfrm>
          <a:off x="1081077" y="3581883"/>
          <a:ext cx="1833562" cy="1833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median</a:t>
          </a:r>
        </a:p>
      </dsp:txBody>
      <dsp:txXfrm>
        <a:off x="1349596" y="3850402"/>
        <a:ext cx="1296524" cy="12965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4843AC-7817-4273-91FA-92F672B2CBCC}">
      <dsp:nvSpPr>
        <dsp:cNvPr id="0" name=""/>
        <dsp:cNvSpPr/>
      </dsp:nvSpPr>
      <dsp:spPr>
        <a:xfrm>
          <a:off x="3317797" y="1963130"/>
          <a:ext cx="1492405" cy="14924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600" kern="1200" dirty="0"/>
            <a:t>مقاييس التشتت</a:t>
          </a:r>
          <a:endParaRPr lang="en-US" sz="3600" kern="1200" dirty="0"/>
        </a:p>
      </dsp:txBody>
      <dsp:txXfrm>
        <a:off x="3536355" y="2181688"/>
        <a:ext cx="1055289" cy="1055289"/>
      </dsp:txXfrm>
    </dsp:sp>
    <dsp:sp modelId="{B856C2A2-E85F-4F06-AC56-D6065F449593}">
      <dsp:nvSpPr>
        <dsp:cNvPr id="0" name=""/>
        <dsp:cNvSpPr/>
      </dsp:nvSpPr>
      <dsp:spPr>
        <a:xfrm rot="16200000">
          <a:off x="3838665" y="1721270"/>
          <a:ext cx="450669" cy="33050"/>
        </a:xfrm>
        <a:custGeom>
          <a:avLst/>
          <a:gdLst/>
          <a:ahLst/>
          <a:cxnLst/>
          <a:rect l="0" t="0" r="0" b="0"/>
          <a:pathLst>
            <a:path>
              <a:moveTo>
                <a:pt x="0" y="16525"/>
              </a:moveTo>
              <a:lnTo>
                <a:pt x="450669" y="1652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52733" y="1726529"/>
        <a:ext cx="22533" cy="22533"/>
      </dsp:txXfrm>
    </dsp:sp>
    <dsp:sp modelId="{7DBAA9D7-5ACC-49D0-948A-DE74B11F335C}">
      <dsp:nvSpPr>
        <dsp:cNvPr id="0" name=""/>
        <dsp:cNvSpPr/>
      </dsp:nvSpPr>
      <dsp:spPr>
        <a:xfrm>
          <a:off x="3317797" y="20056"/>
          <a:ext cx="1492405" cy="14924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range</a:t>
          </a:r>
        </a:p>
      </dsp:txBody>
      <dsp:txXfrm>
        <a:off x="3536355" y="238614"/>
        <a:ext cx="1055289" cy="1055289"/>
      </dsp:txXfrm>
    </dsp:sp>
    <dsp:sp modelId="{71EB2C77-FCA8-4137-84B9-180E65CC606A}">
      <dsp:nvSpPr>
        <dsp:cNvPr id="0" name=""/>
        <dsp:cNvSpPr/>
      </dsp:nvSpPr>
      <dsp:spPr>
        <a:xfrm rot="5400000">
          <a:off x="3838665" y="3664345"/>
          <a:ext cx="450669" cy="33050"/>
        </a:xfrm>
        <a:custGeom>
          <a:avLst/>
          <a:gdLst/>
          <a:ahLst/>
          <a:cxnLst/>
          <a:rect l="0" t="0" r="0" b="0"/>
          <a:pathLst>
            <a:path>
              <a:moveTo>
                <a:pt x="0" y="16525"/>
              </a:moveTo>
              <a:lnTo>
                <a:pt x="450669" y="1652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52733" y="3669604"/>
        <a:ext cx="22533" cy="22533"/>
      </dsp:txXfrm>
    </dsp:sp>
    <dsp:sp modelId="{05E37274-5B0D-4DD9-8399-2B5786C81C8B}">
      <dsp:nvSpPr>
        <dsp:cNvPr id="0" name=""/>
        <dsp:cNvSpPr/>
      </dsp:nvSpPr>
      <dsp:spPr>
        <a:xfrm>
          <a:off x="3317797" y="3906205"/>
          <a:ext cx="1492405" cy="14924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Standard deviation</a:t>
          </a:r>
          <a:endParaRPr lang="en-US" sz="2100" kern="1200" dirty="0"/>
        </a:p>
      </dsp:txBody>
      <dsp:txXfrm>
        <a:off x="3536355" y="4124763"/>
        <a:ext cx="1055289" cy="10552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022C42-C2B5-40F0-8B70-A9D4AC417E96}">
      <dsp:nvSpPr>
        <dsp:cNvPr id="0" name=""/>
        <dsp:cNvSpPr/>
      </dsp:nvSpPr>
      <dsp:spPr>
        <a:xfrm rot="5400000">
          <a:off x="4469764" y="-1279300"/>
          <a:ext cx="2114550" cy="52019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High mean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Low </a:t>
          </a:r>
          <a:r>
            <a:rPr lang="en-US" sz="2300" kern="1200" dirty="0" err="1"/>
            <a:t>sd</a:t>
          </a:r>
          <a:r>
            <a:rPr lang="en-US" sz="2300" kern="1200" dirty="0"/>
            <a:t>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LB" sz="2300" kern="1200"/>
            <a:t>الأسئلة سهلة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LB" sz="2300" kern="1200" dirty="0"/>
            <a:t>نقص أسئلة التحليل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LB" sz="2300" kern="1200"/>
            <a:t>عدم تمييز الطلاب</a:t>
          </a:r>
          <a:endParaRPr lang="en-US" sz="2300" kern="1200" dirty="0"/>
        </a:p>
      </dsp:txBody>
      <dsp:txXfrm rot="-5400000">
        <a:off x="2926079" y="367609"/>
        <a:ext cx="5098696" cy="1908102"/>
      </dsp:txXfrm>
    </dsp:sp>
    <dsp:sp modelId="{6A24E5FD-B8E9-4C41-8125-AB0DEEEEE6EE}">
      <dsp:nvSpPr>
        <dsp:cNvPr id="0" name=""/>
        <dsp:cNvSpPr/>
      </dsp:nvSpPr>
      <dsp:spPr>
        <a:xfrm>
          <a:off x="0" y="66"/>
          <a:ext cx="2926080" cy="26431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118110" rIns="236220" bIns="118110" numCol="1" spcCol="1270" anchor="ctr" anchorCtr="0">
          <a:noAutofit/>
        </a:bodyPr>
        <a:lstStyle/>
        <a:p>
          <a:pPr marL="0" lvl="0" indent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 dirty="0"/>
            <a:t>Ceiling effect</a:t>
          </a:r>
        </a:p>
      </dsp:txBody>
      <dsp:txXfrm>
        <a:off x="129030" y="129096"/>
        <a:ext cx="2668020" cy="2385127"/>
      </dsp:txXfrm>
    </dsp:sp>
    <dsp:sp modelId="{EB89BD9F-6814-4FC6-B29B-B1CB727A87E6}">
      <dsp:nvSpPr>
        <dsp:cNvPr id="0" name=""/>
        <dsp:cNvSpPr/>
      </dsp:nvSpPr>
      <dsp:spPr>
        <a:xfrm rot="5400000">
          <a:off x="4469764" y="1496047"/>
          <a:ext cx="2114550" cy="52019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Low mean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High or low </a:t>
          </a:r>
          <a:r>
            <a:rPr lang="en-US" sz="2300" kern="1200" dirty="0" err="1"/>
            <a:t>sd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LB" sz="2300" kern="1200" dirty="0"/>
            <a:t>الأسئلة صعبة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LB" sz="2300" kern="1200" dirty="0"/>
            <a:t>عدم إصابة الأهداف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LB" sz="2300" kern="1200"/>
            <a:t>عدم تمييز الطلاب</a:t>
          </a:r>
          <a:endParaRPr lang="en-US" sz="2300" kern="1200" dirty="0"/>
        </a:p>
      </dsp:txBody>
      <dsp:txXfrm rot="-5400000">
        <a:off x="2926079" y="3142956"/>
        <a:ext cx="5098696" cy="1908102"/>
      </dsp:txXfrm>
    </dsp:sp>
    <dsp:sp modelId="{F41B7B60-2D0D-4099-B526-D0526201B961}">
      <dsp:nvSpPr>
        <dsp:cNvPr id="0" name=""/>
        <dsp:cNvSpPr/>
      </dsp:nvSpPr>
      <dsp:spPr>
        <a:xfrm>
          <a:off x="0" y="2775413"/>
          <a:ext cx="2926080" cy="26431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118110" rIns="236220" bIns="118110" numCol="1" spcCol="1270" anchor="ctr" anchorCtr="0">
          <a:noAutofit/>
        </a:bodyPr>
        <a:lstStyle/>
        <a:p>
          <a:pPr marL="0" lvl="0" indent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 dirty="0"/>
            <a:t>Floor effect</a:t>
          </a:r>
        </a:p>
      </dsp:txBody>
      <dsp:txXfrm>
        <a:off x="129030" y="2904443"/>
        <a:ext cx="2668020" cy="23851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366C2C-64AA-48D9-B9B4-5E09F8B3B93B}">
      <dsp:nvSpPr>
        <dsp:cNvPr id="0" name=""/>
        <dsp:cNvSpPr/>
      </dsp:nvSpPr>
      <dsp:spPr>
        <a:xfrm>
          <a:off x="1905474" y="365760"/>
          <a:ext cx="4551680" cy="4551680"/>
        </a:xfrm>
        <a:prstGeom prst="pie">
          <a:avLst>
            <a:gd name="adj1" fmla="val 16200000"/>
            <a:gd name="adj2" fmla="val 1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100" kern="1200" dirty="0"/>
            <a:t>معامل السهولة/الصعوبة</a:t>
          </a:r>
          <a:r>
            <a:rPr lang="en-US" sz="2100" kern="1200" dirty="0"/>
            <a:t> (Difficulty Index)</a:t>
          </a:r>
        </a:p>
      </dsp:txBody>
      <dsp:txXfrm>
        <a:off x="4380179" y="1205653"/>
        <a:ext cx="1544320" cy="1517226"/>
      </dsp:txXfrm>
    </dsp:sp>
    <dsp:sp modelId="{AEBB5413-C3ED-4E0D-ACBB-38A78FEED630}">
      <dsp:nvSpPr>
        <dsp:cNvPr id="0" name=""/>
        <dsp:cNvSpPr/>
      </dsp:nvSpPr>
      <dsp:spPr>
        <a:xfrm>
          <a:off x="1670845" y="501226"/>
          <a:ext cx="4551680" cy="4551680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100" kern="1200" dirty="0"/>
            <a:t>معامل التمييز</a:t>
          </a:r>
          <a:r>
            <a:rPr lang="en-US" sz="2100" kern="1200" dirty="0"/>
            <a:t> (Discrimination Index)</a:t>
          </a:r>
        </a:p>
      </dsp:txBody>
      <dsp:txXfrm>
        <a:off x="2917139" y="3373120"/>
        <a:ext cx="2059093" cy="1408853"/>
      </dsp:txXfrm>
    </dsp:sp>
    <dsp:sp modelId="{6CC4E170-3AC2-4D2D-989D-2DE3A5D67715}">
      <dsp:nvSpPr>
        <dsp:cNvPr id="0" name=""/>
        <dsp:cNvSpPr/>
      </dsp:nvSpPr>
      <dsp:spPr>
        <a:xfrm>
          <a:off x="1670845" y="501226"/>
          <a:ext cx="4551680" cy="4551680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100" kern="1200" dirty="0"/>
            <a:t>تحليل البدائل في أسئلة الاختيار من متعدّد</a:t>
          </a:r>
          <a:endParaRPr lang="en-US" sz="2100" kern="1200" dirty="0"/>
        </a:p>
      </dsp:txBody>
      <dsp:txXfrm>
        <a:off x="2158525" y="1395306"/>
        <a:ext cx="1544320" cy="151722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9324CB-FAB2-48D8-9735-7B6523EDFF40}">
      <dsp:nvSpPr>
        <dsp:cNvPr id="0" name=""/>
        <dsp:cNvSpPr/>
      </dsp:nvSpPr>
      <dsp:spPr>
        <a:xfrm>
          <a:off x="4837471" y="2718091"/>
          <a:ext cx="3422546" cy="5939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6997"/>
              </a:lnTo>
              <a:lnTo>
                <a:pt x="3422546" y="296997"/>
              </a:lnTo>
              <a:lnTo>
                <a:pt x="3422546" y="5939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96EEDE-1DA6-4A5B-99C9-33D9579F0C73}">
      <dsp:nvSpPr>
        <dsp:cNvPr id="0" name=""/>
        <dsp:cNvSpPr/>
      </dsp:nvSpPr>
      <dsp:spPr>
        <a:xfrm>
          <a:off x="4791750" y="2718091"/>
          <a:ext cx="91440" cy="59399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939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4129E4-0871-4EE2-AAFB-420358F6E37B}">
      <dsp:nvSpPr>
        <dsp:cNvPr id="0" name=""/>
        <dsp:cNvSpPr/>
      </dsp:nvSpPr>
      <dsp:spPr>
        <a:xfrm>
          <a:off x="1414924" y="2718091"/>
          <a:ext cx="3422546" cy="593995"/>
        </a:xfrm>
        <a:custGeom>
          <a:avLst/>
          <a:gdLst/>
          <a:ahLst/>
          <a:cxnLst/>
          <a:rect l="0" t="0" r="0" b="0"/>
          <a:pathLst>
            <a:path>
              <a:moveTo>
                <a:pt x="3422546" y="0"/>
              </a:moveTo>
              <a:lnTo>
                <a:pt x="3422546" y="296997"/>
              </a:lnTo>
              <a:lnTo>
                <a:pt x="0" y="296997"/>
              </a:lnTo>
              <a:lnTo>
                <a:pt x="0" y="59399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B1BAB8-3C7A-4DE4-A269-67EF0209EF54}">
      <dsp:nvSpPr>
        <dsp:cNvPr id="0" name=""/>
        <dsp:cNvSpPr/>
      </dsp:nvSpPr>
      <dsp:spPr>
        <a:xfrm>
          <a:off x="3423195" y="1303816"/>
          <a:ext cx="2828550" cy="1414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200" b="1" kern="1200" dirty="0"/>
            <a:t>النماذج المرجعية للدرجات وتعديل النتائج</a:t>
          </a:r>
          <a:endParaRPr lang="en-US" sz="3200" kern="1200" dirty="0"/>
        </a:p>
      </dsp:txBody>
      <dsp:txXfrm>
        <a:off x="3423195" y="1303816"/>
        <a:ext cx="2828550" cy="1414275"/>
      </dsp:txXfrm>
    </dsp:sp>
    <dsp:sp modelId="{C8C01C79-DCDC-4971-835F-D9753C9DB067}">
      <dsp:nvSpPr>
        <dsp:cNvPr id="0" name=""/>
        <dsp:cNvSpPr/>
      </dsp:nvSpPr>
      <dsp:spPr>
        <a:xfrm>
          <a:off x="649" y="3312087"/>
          <a:ext cx="2828550" cy="1414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200" b="1" kern="1200" dirty="0"/>
            <a:t>التقويم المحكي المرجع</a:t>
          </a:r>
          <a:r>
            <a:rPr lang="en-US" sz="3200" b="1" kern="1200" dirty="0"/>
            <a:t> (Criterion-Referenced)</a:t>
          </a:r>
          <a:endParaRPr lang="en-US" sz="3200" kern="1200" dirty="0"/>
        </a:p>
      </dsp:txBody>
      <dsp:txXfrm>
        <a:off x="649" y="3312087"/>
        <a:ext cx="2828550" cy="1414275"/>
      </dsp:txXfrm>
    </dsp:sp>
    <dsp:sp modelId="{F4024E7C-C97B-435E-BB47-54D5C9A0B614}">
      <dsp:nvSpPr>
        <dsp:cNvPr id="0" name=""/>
        <dsp:cNvSpPr/>
      </dsp:nvSpPr>
      <dsp:spPr>
        <a:xfrm>
          <a:off x="3423195" y="3312087"/>
          <a:ext cx="2828550" cy="1414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200" b="1" kern="1200" dirty="0"/>
            <a:t>التقويم المعياري المرجع</a:t>
          </a:r>
          <a:r>
            <a:rPr lang="en-US" sz="3200" b="1" kern="1200" dirty="0"/>
            <a:t> (Norm-Referenced)</a:t>
          </a:r>
          <a:endParaRPr lang="en-US" sz="3200" kern="1200" dirty="0"/>
        </a:p>
      </dsp:txBody>
      <dsp:txXfrm>
        <a:off x="3423195" y="3312087"/>
        <a:ext cx="2828550" cy="1414275"/>
      </dsp:txXfrm>
    </dsp:sp>
    <dsp:sp modelId="{4E1231A5-068F-4A35-9450-A68C591467C4}">
      <dsp:nvSpPr>
        <dsp:cNvPr id="0" name=""/>
        <dsp:cNvSpPr/>
      </dsp:nvSpPr>
      <dsp:spPr>
        <a:xfrm>
          <a:off x="6845741" y="3312087"/>
          <a:ext cx="2828550" cy="14142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200" kern="1200" dirty="0"/>
            <a:t>النماذج الهجينة</a:t>
          </a:r>
          <a:endParaRPr lang="en-US" sz="3200" kern="1200" dirty="0"/>
        </a:p>
      </dsp:txBody>
      <dsp:txXfrm>
        <a:off x="6845741" y="3312087"/>
        <a:ext cx="2828550" cy="14142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A0E820-5807-4468-A1D8-F4EEECDDAB26}">
      <dsp:nvSpPr>
        <dsp:cNvPr id="0" name=""/>
        <dsp:cNvSpPr/>
      </dsp:nvSpPr>
      <dsp:spPr>
        <a:xfrm>
          <a:off x="0" y="508788"/>
          <a:ext cx="9884696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81D8E3-835C-4A9B-AF8E-BCCE311DCB4F}">
      <dsp:nvSpPr>
        <dsp:cNvPr id="0" name=""/>
        <dsp:cNvSpPr/>
      </dsp:nvSpPr>
      <dsp:spPr>
        <a:xfrm>
          <a:off x="494234" y="6948"/>
          <a:ext cx="6919287" cy="100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1533" tIns="0" rIns="261533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3400" b="1" kern="1200" dirty="0"/>
            <a:t>مقارنة أداء الطالب مقارنةً بأداء زملائهم </a:t>
          </a:r>
          <a:endParaRPr lang="en-US" sz="3400" kern="1200" dirty="0"/>
        </a:p>
      </dsp:txBody>
      <dsp:txXfrm>
        <a:off x="543230" y="55944"/>
        <a:ext cx="6821295" cy="905688"/>
      </dsp:txXfrm>
    </dsp:sp>
    <dsp:sp modelId="{437C2208-DF40-49FA-B035-DAEDA7498DD1}">
      <dsp:nvSpPr>
        <dsp:cNvPr id="0" name=""/>
        <dsp:cNvSpPr/>
      </dsp:nvSpPr>
      <dsp:spPr>
        <a:xfrm>
          <a:off x="0" y="2051028"/>
          <a:ext cx="9884696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C14AC3-30BF-4C5F-B723-EF46691E9C17}">
      <dsp:nvSpPr>
        <dsp:cNvPr id="0" name=""/>
        <dsp:cNvSpPr/>
      </dsp:nvSpPr>
      <dsp:spPr>
        <a:xfrm>
          <a:off x="494234" y="1549188"/>
          <a:ext cx="6919287" cy="100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1533" tIns="0" rIns="261533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3400" b="1" kern="1200" dirty="0"/>
            <a:t>التمييز بين الطلاب</a:t>
          </a:r>
          <a:endParaRPr lang="en-US" sz="3400" kern="1200" dirty="0"/>
        </a:p>
      </dsp:txBody>
      <dsp:txXfrm>
        <a:off x="543230" y="1598184"/>
        <a:ext cx="6821295" cy="905688"/>
      </dsp:txXfrm>
    </dsp:sp>
    <dsp:sp modelId="{364C1411-9F74-4F10-A0BF-BE40C0DA49E9}">
      <dsp:nvSpPr>
        <dsp:cNvPr id="0" name=""/>
        <dsp:cNvSpPr/>
      </dsp:nvSpPr>
      <dsp:spPr>
        <a:xfrm>
          <a:off x="0" y="3593268"/>
          <a:ext cx="9884696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C203C9-0910-4EE3-A006-55A43162EB92}">
      <dsp:nvSpPr>
        <dsp:cNvPr id="0" name=""/>
        <dsp:cNvSpPr/>
      </dsp:nvSpPr>
      <dsp:spPr>
        <a:xfrm>
          <a:off x="494234" y="3091428"/>
          <a:ext cx="6919287" cy="100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1533" tIns="0" rIns="261533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3400" b="1" kern="1200" dirty="0"/>
            <a:t> يعتمد على </a:t>
          </a:r>
          <a:r>
            <a:rPr lang="ar-LB" sz="3400" b="1" kern="1200"/>
            <a:t>منحنى طبيعي</a:t>
          </a:r>
          <a:endParaRPr lang="en-US" sz="3400" kern="1200" dirty="0"/>
        </a:p>
      </dsp:txBody>
      <dsp:txXfrm>
        <a:off x="543230" y="3140424"/>
        <a:ext cx="6821295" cy="90568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762218-04D8-4114-877A-E43857CE8362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11880000"/>
            <a:gd name="adj2" fmla="val 16200000"/>
            <a:gd name="adj3" fmla="val 463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0E0C3-7B58-4128-BD3E-F9B013D51ECC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7560000"/>
            <a:gd name="adj2" fmla="val 11880000"/>
            <a:gd name="adj3" fmla="val 463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35E193-2834-4BFF-B5AB-92FB46007D71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3240000"/>
            <a:gd name="adj2" fmla="val 7560000"/>
            <a:gd name="adj3" fmla="val 463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230A90-18F7-489D-BD93-E5228D950527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20520000"/>
            <a:gd name="adj2" fmla="val 3240000"/>
            <a:gd name="adj3" fmla="val 463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05BE8F-6F2B-435A-90D7-19527654F619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16200000"/>
            <a:gd name="adj2" fmla="val 20520000"/>
            <a:gd name="adj3" fmla="val 463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F1FD82-76DE-45C0-BD74-E4EE2FB812FF}">
      <dsp:nvSpPr>
        <dsp:cNvPr id="0" name=""/>
        <dsp:cNvSpPr/>
      </dsp:nvSpPr>
      <dsp:spPr>
        <a:xfrm>
          <a:off x="3038078" y="1872401"/>
          <a:ext cx="2051843" cy="2051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6500" kern="1200" dirty="0"/>
            <a:t>لماذا</a:t>
          </a:r>
          <a:endParaRPr lang="en-US" sz="6500" kern="1200" dirty="0"/>
        </a:p>
      </dsp:txBody>
      <dsp:txXfrm>
        <a:off x="3338563" y="2172886"/>
        <a:ext cx="1450873" cy="1450873"/>
      </dsp:txXfrm>
    </dsp:sp>
    <dsp:sp modelId="{6213A876-7A50-4CAC-9F02-425D0B490EF5}">
      <dsp:nvSpPr>
        <dsp:cNvPr id="0" name=""/>
        <dsp:cNvSpPr/>
      </dsp:nvSpPr>
      <dsp:spPr>
        <a:xfrm>
          <a:off x="3345854" y="1626"/>
          <a:ext cx="1436290" cy="1436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2300" b="1" kern="1200" dirty="0"/>
            <a:t>صعبًا جدًا</a:t>
          </a:r>
          <a:endParaRPr lang="en-US" sz="2300" kern="1200" dirty="0"/>
        </a:p>
      </dsp:txBody>
      <dsp:txXfrm>
        <a:off x="3556194" y="211966"/>
        <a:ext cx="1015610" cy="1015610"/>
      </dsp:txXfrm>
    </dsp:sp>
    <dsp:sp modelId="{057BF85F-D791-4D13-B478-1164F0256B75}">
      <dsp:nvSpPr>
        <dsp:cNvPr id="0" name=""/>
        <dsp:cNvSpPr/>
      </dsp:nvSpPr>
      <dsp:spPr>
        <a:xfrm>
          <a:off x="5417780" y="1506968"/>
          <a:ext cx="1436290" cy="1436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2300" b="1" kern="1200" dirty="0"/>
            <a:t>سهلاً جدًا</a:t>
          </a:r>
          <a:endParaRPr lang="en-US" sz="2300" kern="1200" dirty="0"/>
        </a:p>
      </dsp:txBody>
      <dsp:txXfrm>
        <a:off x="5628120" y="1717308"/>
        <a:ext cx="1015610" cy="1015610"/>
      </dsp:txXfrm>
    </dsp:sp>
    <dsp:sp modelId="{4AE8BD78-18BE-4938-B116-0AECF69CF0D1}">
      <dsp:nvSpPr>
        <dsp:cNvPr id="0" name=""/>
        <dsp:cNvSpPr/>
      </dsp:nvSpPr>
      <dsp:spPr>
        <a:xfrm>
          <a:off x="4626375" y="3942663"/>
          <a:ext cx="1436290" cy="1436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2300" b="1" kern="1200" dirty="0"/>
            <a:t>خلق توزيع معياري</a:t>
          </a:r>
          <a:endParaRPr lang="en-US" sz="2300" kern="1200" dirty="0"/>
        </a:p>
      </dsp:txBody>
      <dsp:txXfrm>
        <a:off x="4836715" y="4153003"/>
        <a:ext cx="1015610" cy="1015610"/>
      </dsp:txXfrm>
    </dsp:sp>
    <dsp:sp modelId="{0FD6FC50-84FC-4ECF-9195-6698F2B18E21}">
      <dsp:nvSpPr>
        <dsp:cNvPr id="0" name=""/>
        <dsp:cNvSpPr/>
      </dsp:nvSpPr>
      <dsp:spPr>
        <a:xfrm>
          <a:off x="2065334" y="3942663"/>
          <a:ext cx="1436290" cy="1436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2300" b="1" kern="1200" dirty="0"/>
            <a:t>مقارنة دفعات مختلفة</a:t>
          </a:r>
          <a:endParaRPr lang="en-US" sz="2300" kern="1200" dirty="0"/>
        </a:p>
      </dsp:txBody>
      <dsp:txXfrm>
        <a:off x="2275674" y="4153003"/>
        <a:ext cx="1015610" cy="1015610"/>
      </dsp:txXfrm>
    </dsp:sp>
    <dsp:sp modelId="{10CC148F-1824-4D75-B58F-E76A8234F2F8}">
      <dsp:nvSpPr>
        <dsp:cNvPr id="0" name=""/>
        <dsp:cNvSpPr/>
      </dsp:nvSpPr>
      <dsp:spPr>
        <a:xfrm>
          <a:off x="1273929" y="1506968"/>
          <a:ext cx="1436290" cy="1436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2300" b="1" kern="1200" dirty="0"/>
            <a:t>تصحيح خلل</a:t>
          </a:r>
          <a:endParaRPr lang="en-US" sz="2300" kern="1200" dirty="0"/>
        </a:p>
      </dsp:txBody>
      <dsp:txXfrm>
        <a:off x="1484269" y="1717308"/>
        <a:ext cx="1015610" cy="101561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DEEADA-9C76-41B2-9D34-9F74160062FA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9000000"/>
            <a:gd name="adj2" fmla="val 16200000"/>
            <a:gd name="adj3" fmla="val 463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9A08D8-22BA-4096-A93D-375E412D4BC1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1800000"/>
            <a:gd name="adj2" fmla="val 9000000"/>
            <a:gd name="adj3" fmla="val 463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3E8AC1-730B-4177-8115-1209393E8755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16200000"/>
            <a:gd name="adj2" fmla="val 1800000"/>
            <a:gd name="adj3" fmla="val 463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433D6D-147D-4488-B6EE-98D9F282A93A}">
      <dsp:nvSpPr>
        <dsp:cNvPr id="0" name=""/>
        <dsp:cNvSpPr/>
      </dsp:nvSpPr>
      <dsp:spPr>
        <a:xfrm>
          <a:off x="3038078" y="1872401"/>
          <a:ext cx="2051843" cy="2051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LB" sz="6500" kern="1200" dirty="0"/>
            <a:t>كيف</a:t>
          </a:r>
          <a:endParaRPr lang="en-US" sz="6500" kern="1200" dirty="0"/>
        </a:p>
      </dsp:txBody>
      <dsp:txXfrm>
        <a:off x="3338563" y="2172886"/>
        <a:ext cx="1450873" cy="1450873"/>
      </dsp:txXfrm>
    </dsp:sp>
    <dsp:sp modelId="{64CBC0DA-6339-4A68-8AF4-A7EE709827AF}">
      <dsp:nvSpPr>
        <dsp:cNvPr id="0" name=""/>
        <dsp:cNvSpPr/>
      </dsp:nvSpPr>
      <dsp:spPr>
        <a:xfrm>
          <a:off x="3345854" y="1626"/>
          <a:ext cx="1436290" cy="1436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Linear shift</a:t>
          </a:r>
        </a:p>
      </dsp:txBody>
      <dsp:txXfrm>
        <a:off x="3556194" y="211966"/>
        <a:ext cx="1015610" cy="1015610"/>
      </dsp:txXfrm>
    </dsp:sp>
    <dsp:sp modelId="{ED893BDB-C10E-47C5-9C14-70E65F2AD51E}">
      <dsp:nvSpPr>
        <dsp:cNvPr id="0" name=""/>
        <dsp:cNvSpPr/>
      </dsp:nvSpPr>
      <dsp:spPr>
        <a:xfrm>
          <a:off x="5232535" y="3269453"/>
          <a:ext cx="1436290" cy="1436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Linear scaling</a:t>
          </a:r>
        </a:p>
      </dsp:txBody>
      <dsp:txXfrm>
        <a:off x="5442875" y="3479793"/>
        <a:ext cx="1015610" cy="1015610"/>
      </dsp:txXfrm>
    </dsp:sp>
    <dsp:sp modelId="{E99C8F15-164B-47ED-910B-A34FBEBE0F13}">
      <dsp:nvSpPr>
        <dsp:cNvPr id="0" name=""/>
        <dsp:cNvSpPr/>
      </dsp:nvSpPr>
      <dsp:spPr>
        <a:xfrm>
          <a:off x="1459173" y="3269453"/>
          <a:ext cx="1436290" cy="1436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Standard scaling</a:t>
          </a:r>
        </a:p>
      </dsp:txBody>
      <dsp:txXfrm>
        <a:off x="1669513" y="3479793"/>
        <a:ext cx="1015610" cy="101561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95DA1E-1C7E-42B6-8CCF-E21761B8304B}">
      <dsp:nvSpPr>
        <dsp:cNvPr id="0" name=""/>
        <dsp:cNvSpPr/>
      </dsp:nvSpPr>
      <dsp:spPr>
        <a:xfrm rot="5400000">
          <a:off x="4828539" y="-1725189"/>
          <a:ext cx="1397000" cy="52019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LB" sz="1200" kern="1200" dirty="0"/>
            <a:t>إضافة درجات للجميع</a:t>
          </a:r>
          <a:endParaRPr lang="en-US" sz="1200" kern="1200" dirty="0"/>
        </a:p>
      </dsp:txBody>
      <dsp:txXfrm rot="-5400000">
        <a:off x="2926079" y="245467"/>
        <a:ext cx="5133724" cy="1260608"/>
      </dsp:txXfrm>
    </dsp:sp>
    <dsp:sp modelId="{34DE6ACF-FE17-435B-84E5-65AA6C275BC5}">
      <dsp:nvSpPr>
        <dsp:cNvPr id="0" name=""/>
        <dsp:cNvSpPr/>
      </dsp:nvSpPr>
      <dsp:spPr>
        <a:xfrm>
          <a:off x="0" y="2645"/>
          <a:ext cx="2926080" cy="1746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Linear scaling</a:t>
          </a:r>
        </a:p>
      </dsp:txBody>
      <dsp:txXfrm>
        <a:off x="85245" y="87890"/>
        <a:ext cx="2755590" cy="1575760"/>
      </dsp:txXfrm>
    </dsp:sp>
    <dsp:sp modelId="{E0B2E89A-61FF-4153-93FC-17937A064CD2}">
      <dsp:nvSpPr>
        <dsp:cNvPr id="0" name=""/>
        <dsp:cNvSpPr/>
      </dsp:nvSpPr>
      <dsp:spPr>
        <a:xfrm rot="5400000">
          <a:off x="4828539" y="108373"/>
          <a:ext cx="1397000" cy="52019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New Score=a(Original Score)+b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/>
            <a:t>Where: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1" kern="1200"/>
            <a:t>a</a:t>
          </a:r>
          <a:r>
            <a:rPr lang="en-US" sz="1200" kern="1200"/>
            <a:t> = scaling factor (how much we stretch or compress the distribution)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b="1" kern="1200"/>
            <a:t>b</a:t>
          </a:r>
          <a:r>
            <a:rPr lang="en-US" sz="1200" kern="1200"/>
            <a:t> = shift factor (how much we move all scores up or down)</a:t>
          </a:r>
        </a:p>
      </dsp:txBody>
      <dsp:txXfrm rot="-5400000">
        <a:off x="2926079" y="2079029"/>
        <a:ext cx="5133724" cy="1260608"/>
      </dsp:txXfrm>
    </dsp:sp>
    <dsp:sp modelId="{BED9B3F4-2E11-44B1-9BA2-58C05F318105}">
      <dsp:nvSpPr>
        <dsp:cNvPr id="0" name=""/>
        <dsp:cNvSpPr/>
      </dsp:nvSpPr>
      <dsp:spPr>
        <a:xfrm>
          <a:off x="0" y="1836208"/>
          <a:ext cx="2926080" cy="1746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Linear shift</a:t>
          </a:r>
        </a:p>
      </dsp:txBody>
      <dsp:txXfrm>
        <a:off x="85245" y="1921453"/>
        <a:ext cx="2755590" cy="1575760"/>
      </dsp:txXfrm>
    </dsp:sp>
    <dsp:sp modelId="{1E34AECB-DD63-4615-9CF5-068D7F133F7F}">
      <dsp:nvSpPr>
        <dsp:cNvPr id="0" name=""/>
        <dsp:cNvSpPr/>
      </dsp:nvSpPr>
      <dsp:spPr>
        <a:xfrm rot="5400000">
          <a:off x="4828539" y="1941936"/>
          <a:ext cx="1397000" cy="52019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z=</a:t>
          </a:r>
          <a:r>
            <a:rPr lang="el-GR" sz="1200" kern="1200" dirty="0"/>
            <a:t>σ</a:t>
          </a:r>
          <a:r>
            <a:rPr lang="en-US" sz="1200" kern="1200" dirty="0"/>
            <a:t>X−</a:t>
          </a:r>
          <a:r>
            <a:rPr lang="el-GR" sz="1200" kern="1200" dirty="0"/>
            <a:t>μ​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/>
            <a:t>Where: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US" sz="1200" i="1" kern="1200" smtClean="0"/>
                <m:t>𝑋</m:t>
              </m:r>
            </m:oMath>
          </a14:m>
          <a:r>
            <a:rPr lang="en-US" sz="1200" kern="1200"/>
            <a:t>= student’s original score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US" sz="1200" i="1" kern="1200" smtClean="0"/>
                <m:t>𝜇</m:t>
              </m:r>
            </m:oMath>
          </a14:m>
          <a:r>
            <a:rPr lang="en-US" sz="1200" kern="1200"/>
            <a:t>= mean of the distribution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US" sz="1200" i="1" kern="1200" smtClean="0"/>
                <m:t>𝜎</m:t>
              </m:r>
            </m:oMath>
          </a14:m>
          <a:r>
            <a:rPr lang="en-US" sz="1200" kern="1200"/>
            <a:t>= standard deviation of the distribution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US" sz="1200" i="1" kern="1200" smtClean="0"/>
                <m:t>𝑧</m:t>
              </m:r>
            </m:oMath>
          </a14:m>
          <a:r>
            <a:rPr lang="en-US" sz="1200" kern="1200" dirty="0"/>
            <a:t>= standardized score</a:t>
          </a:r>
        </a:p>
      </dsp:txBody>
      <dsp:txXfrm rot="-5400000">
        <a:off x="2926079" y="3912592"/>
        <a:ext cx="5133724" cy="1260608"/>
      </dsp:txXfrm>
    </dsp:sp>
    <dsp:sp modelId="{145C66F6-F207-4E4C-BAE5-5EBCDE338995}">
      <dsp:nvSpPr>
        <dsp:cNvPr id="0" name=""/>
        <dsp:cNvSpPr/>
      </dsp:nvSpPr>
      <dsp:spPr>
        <a:xfrm>
          <a:off x="0" y="3669771"/>
          <a:ext cx="2926080" cy="1746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Standard scaling</a:t>
          </a:r>
        </a:p>
      </dsp:txBody>
      <dsp:txXfrm>
        <a:off x="85245" y="3755016"/>
        <a:ext cx="2755590" cy="1575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5F610-7700-1C03-CBF8-D4AC06E152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28DFD-482C-EC54-FF9F-0EF8B3650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C3375-584D-C0B2-0C91-385583DD1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B8C-5DB0-4EC5-A259-6C2FA506364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9A945-6D45-9BAC-9000-BB8856661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DE74A-6873-4F1E-F280-5659F53E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0D1-B4F7-4630-8218-416613E7B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608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150C6-7B00-CD28-921D-2BD5384E7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AAB7E-6149-FA0E-0CB5-300810629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8B78-A68E-E344-9297-3B68842DD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B8C-5DB0-4EC5-A259-6C2FA506364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391F1-F49E-C4D3-4409-84F17A10E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41769-7483-88D6-900B-F458C994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0D1-B4F7-4630-8218-416613E7B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444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E747-9820-E492-5B7A-A1BC792AE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6A790-AFC7-E891-B2E0-975E4091B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F46CB-B214-F1DA-50EF-542C0EACF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B8C-5DB0-4EC5-A259-6C2FA506364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5FED5-07EE-FBE7-19F5-7442049EB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DEA50-5C5B-E614-BB13-E37164064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0D1-B4F7-4630-8218-416613E7B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5732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962D-D304-449A-828A-67C3CC1C5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686DE-D584-0B54-4078-C256FC204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CA373-CE69-7368-95B1-A33D3885F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00031-9E9B-4A80-4184-EEF4FB058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B8C-5DB0-4EC5-A259-6C2FA506364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CCFC0-1933-5B15-493D-D2BE2FE7C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57FB4-93FB-98DD-2E05-C2E52678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0D1-B4F7-4630-8218-416613E7B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788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4D065-9021-C9C2-9DF6-760FCC478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BB7BE-7470-C6C6-53A3-213ADC135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CA40F-BF06-4FD9-53AF-CE5691772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AEEAAB-F3BC-5DE3-747E-2D22C97E1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B59677-7914-D5F9-62B0-0E62077ED2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2CA496-3EBF-7F3C-F4D7-C7D0A44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B8C-5DB0-4EC5-A259-6C2FA506364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19A9E7-0865-3C67-0CEE-66D27577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2476D-8A1B-8DAF-EF0D-F9C44983C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0D1-B4F7-4630-8218-416613E7B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55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A43D8-1B83-C25E-5582-A5A3D356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E1BA8E-7D4E-B047-BADD-BA5A89E8C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B8C-5DB0-4EC5-A259-6C2FA506364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B0C35-FEDE-F4B0-A03B-2916299E0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46812-70DB-1BD6-20A5-6FF5D29DD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0D1-B4F7-4630-8218-416613E7B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47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EBB51E-D9DC-87DF-D2A2-4B64C3CB2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B8C-5DB0-4EC5-A259-6C2FA506364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08D86B-A095-E3EC-82B9-529F33AA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A1E71-43C5-F549-236B-30078A63C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0D1-B4F7-4630-8218-416613E7B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24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F8C4D-9E89-F15E-052A-E6A35DA17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AF70-3E0A-4CCA-2058-9CA662CC4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C780FE-ECB8-3E80-CB13-B871FC16C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47A71-25D8-DC85-0396-EC48856AF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B8C-5DB0-4EC5-A259-6C2FA506364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7C3EF-8501-2F59-8965-C7734D7E2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BFDCA-FC8A-0F41-DFE6-C69B59DD9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0D1-B4F7-4630-8218-416613E7B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758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9426-F26F-18F9-0835-B3698D781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D59501-A0C6-154D-93F1-FBFF23305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A9C5F-1743-B785-A2A0-8380B5DBE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28AD2-2963-9593-DCCD-667567318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B8C-5DB0-4EC5-A259-6C2FA506364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204DC-28FD-FC81-E528-B6AE1B399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749CA-AB91-F2FF-6E27-3E8F6072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0D1-B4F7-4630-8218-416613E7B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881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5407-C6AB-18C1-4895-149FB8C60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9B9599-ACB6-D04D-92DE-8C8E898A8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46C70-393D-386A-F9FB-E42AA9A3E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B8C-5DB0-4EC5-A259-6C2FA506364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FB8E1-703A-A2E6-DD48-73A690C5D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E0F4B-1BC7-6E2F-27FA-35A6E100D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0D1-B4F7-4630-8218-416613E7B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086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14A9DB-4F0D-AB1A-54FF-69F3B69273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0A30F-8B93-8B53-8516-5AC3C13B0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3FDAA-1693-8A52-34CE-38A84E1D3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3B8C-5DB0-4EC5-A259-6C2FA506364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30537-2486-B154-D8AD-3D744B2AB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4940-840C-8F5D-4357-D4613F3F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C0D1-B4F7-4630-8218-416613E7B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783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BC7AE-9819-02EE-9FC0-0641514EB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52017-8B7E-C1AE-2D0C-B1853CF1A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D808D-A9DB-3B9B-5060-8D7D4B71E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83B8C-5DB0-4EC5-A259-6C2FA5063640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F2060-520E-A095-5C26-A6AF48E2F5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5675E-6807-3DC2-DAF7-C30B6CA5B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3C0D1-B4F7-4630-8218-416613E7B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15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1.xml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qorrectassess.com/en/blog/exam-result-analysis-report/#:~:text=" TargetMode="External"/><Relationship Id="rId3" Type="http://schemas.openxmlformats.org/officeDocument/2006/relationships/hyperlink" Target="https://mawdoo3.com/%D9%85%D9%81%D9%87%D9%88%D9%85_%D8%A7%D9%84%D8%AA%D9%82%D9%88%D9%8A%D9%85_%D9%88%D8%A7%D9%84%D9%82%D9%8A%D8%A7%D8%B3#:~:text=,%D8%B9%D9%86%D8%AF%20%D8%A7%D9%84%D9%81%D8%B1%D8%AF%20%D9%85%D9%86%20%D8%B3%D9%85%D8%A9%20%D9%85%D8%B9%D9%8A%D9%91%D9%86%D8%A9" TargetMode="External"/><Relationship Id="rId7" Type="http://schemas.openxmlformats.org/officeDocument/2006/relationships/hyperlink" Target="https://osloop.io/%D9%83%D9%8A%D9%81%D9%8A%D8%A9-%D8%AA%D9%81%D8%B3%D9%8A%D8%B1-%D9%86%D8%AA%D8%A7%D8%A6%D8%AC-%D8%A3%D9%84%D9%81%D8%A7-%D9%83%D8%B1%D9%88%D9%86%D8%A8%D8%A7%D8%AE-%D9%88%D8%AA%D8%B7%D8%A8%D9%8A%D9%82/#:~:text=,%D8%A3%D9%88%20%D9%85%D8%AA%D8%B4%D8%A7%D8%A8%D9%87%D8%A9%20%D8%A8%D8%B4%D9%83%D9%84%20%D9%85%D8%A8%D8%A7%D9%84%D8%BA%20%D9%81%D9%8A%D9%8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ambridge.org/core/journals/cambridge-forum-on-ai-law-and-governance/article/fairness-in-tension-a-sociotechnical-analysis-of-an-algorithm-used-to-grade-students/CA825C3612D2504CAA1ED5BDC4E84915#:~:text=However%2C%20when%20grades%20were%20handed,by%20the%20time%20the%20process" TargetMode="External"/><Relationship Id="rId5" Type="http://schemas.openxmlformats.org/officeDocument/2006/relationships/hyperlink" Target="https://cohe.uokerbala.edu.iq/wp/%D8%A7%D9%84%D8%B5%D8%AF%D9%82-%D9%81%D9%8A-%D8%A7%D9%84%D8%A7%D8%AE%D8%AA%D8%A8%D8%A7%D8%B1%D8%A7%D8%AA-%D9%88%D8%A7%D9%84%D9%85%D9%82%D8%A7%D9%8A%D9%8A%D8%B3/#:~:text=,%D8%A7%D9%84%D9%83%D8%AA%D8%A7%D8%A8%D8%A9%20%D8%AA%D8%AD%D8%AF%D9%8A%D8%AF%D9%8B%D8%A7%D8%8C%20%D9%88%D9%84%D9%8A%D8%B3%20%D8%B4%D9%8A%D8%A6%D9%8B%D8%A7%20%D8%A2%D8%AE%D8%B1" TargetMode="External"/><Relationship Id="rId4" Type="http://schemas.openxmlformats.org/officeDocument/2006/relationships/hyperlink" Target="https://qorrectassess.com/ar/blog/types-of-assessment/#:~:text=,%D8%A7%D9%84%D9%85%D8%AE%D8%AA%D9%84%D9%81%D8%A9%20%D9%85%D9%86%20%D8%A7%D9%84%D8%B7%D9%84%D8%A7%D8%A8%20%D8%A8%D8%A8%D8%B9%D8%B6%D9%87%D8%A7%20%D8%A7%D9%84%D8%A8%D8%B9%D8%B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BD085-0629-97B7-65AB-140069A84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558AC2-C91D-3683-ADC0-77A8890CD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C849BA-0F69-CB36-DEB8-D19E1D0E9387}"/>
              </a:ext>
            </a:extLst>
          </p:cNvPr>
          <p:cNvSpPr txBox="1"/>
          <p:nvPr/>
        </p:nvSpPr>
        <p:spPr>
          <a:xfrm>
            <a:off x="2364658" y="1761972"/>
            <a:ext cx="74626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ar-LB" sz="5400" b="1" dirty="0">
                <a:solidFill>
                  <a:schemeClr val="bg1"/>
                </a:solidFill>
                <a:cs typeface="Akhbar MT" pitchFamily="2" charset="-78"/>
              </a:rPr>
              <a:t>تحليل نتائج </a:t>
            </a:r>
            <a:r>
              <a:rPr lang="ar-LB" sz="5400" b="1" dirty="0" err="1">
                <a:solidFill>
                  <a:schemeClr val="bg1"/>
                </a:solidFill>
                <a:cs typeface="Akhbar MT" pitchFamily="2" charset="-78"/>
              </a:rPr>
              <a:t>الإختبار</a:t>
            </a:r>
            <a:r>
              <a:rPr lang="ar-LB" sz="5400" b="1" dirty="0">
                <a:solidFill>
                  <a:schemeClr val="bg1"/>
                </a:solidFill>
                <a:cs typeface="Akhbar MT" pitchFamily="2" charset="-78"/>
              </a:rPr>
              <a:t> وتفسيرها</a:t>
            </a:r>
            <a:endParaRPr lang="ar-LB" sz="5400" dirty="0">
              <a:solidFill>
                <a:schemeClr val="bg1"/>
              </a:solidFill>
              <a:cs typeface="Akhbar MT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E0FEF-FDF6-3B62-3A5B-F84BFC3F4E8A}"/>
              </a:ext>
            </a:extLst>
          </p:cNvPr>
          <p:cNvSpPr txBox="1"/>
          <p:nvPr/>
        </p:nvSpPr>
        <p:spPr>
          <a:xfrm>
            <a:off x="3921507" y="3770335"/>
            <a:ext cx="4348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LB" sz="2800" dirty="0">
                <a:solidFill>
                  <a:schemeClr val="bg1"/>
                </a:solidFill>
              </a:rPr>
              <a:t>تقديم : جاد ميلانه وفنسنت ضاهر 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82831A-CD30-29EA-F315-DFA45AFE9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1419" y="378563"/>
            <a:ext cx="1936341" cy="13834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45255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7F9EF2-78F5-55AD-79EB-6A6BB1779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8D7DE7-37D5-DD3B-DAFF-2DA288472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833132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C7458-6F8A-3805-80F7-9F44545A1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306D14-8D56-8906-E79C-8ECE9F883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DA74267-3812-79F5-E880-5067BE39A0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6991087"/>
              </p:ext>
            </p:extLst>
          </p:nvPr>
        </p:nvGraphicFramePr>
        <p:xfrm>
          <a:off x="-1" y="0"/>
          <a:ext cx="9753601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251243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6AB2E-48DD-5DF1-9E27-12AECF8F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7148B-DC3D-F763-953A-0B5313756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D9D303D-EB58-B24B-4715-9BF5AF1BD124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تخطيط وبناء الامتحان                                                                                        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063B15-5730-9C6F-E42A-FE9273FBF2CA}"/>
              </a:ext>
            </a:extLst>
          </p:cNvPr>
          <p:cNvGrpSpPr/>
          <p:nvPr/>
        </p:nvGrpSpPr>
        <p:grpSpPr>
          <a:xfrm>
            <a:off x="1585171" y="2648302"/>
            <a:ext cx="8884006" cy="1055034"/>
            <a:chOff x="770279" y="527243"/>
            <a:chExt cx="8884006" cy="105503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73C71A8-B33B-6E16-66D8-AB471DFE0C19}"/>
                </a:ext>
              </a:extLst>
            </p:cNvPr>
            <p:cNvSpPr/>
            <p:nvPr/>
          </p:nvSpPr>
          <p:spPr>
            <a:xfrm>
              <a:off x="770279" y="527243"/>
              <a:ext cx="8884006" cy="1055034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6F366C9-E2BA-8558-7EAD-BB3EB97B4338}"/>
                </a:ext>
              </a:extLst>
            </p:cNvPr>
            <p:cNvSpPr txBox="1"/>
            <p:nvPr/>
          </p:nvSpPr>
          <p:spPr>
            <a:xfrm>
              <a:off x="770279" y="527243"/>
              <a:ext cx="8884006" cy="10550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7434" tIns="119380" rIns="119380" bIns="119380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-LB" sz="4700" kern="1200" dirty="0"/>
                <a:t>تخطيط وبناء الامتحان</a:t>
              </a:r>
              <a:endParaRPr lang="en-US" sz="47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82573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F3426-C49B-5744-722A-2D99B4D23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BB70AA-B19F-3C4F-91D6-7770478A5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B797EA8-5B9A-3FC6-9952-C8B918E5A98B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تخطيط وبناء الامتحان                                                                                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9828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77902-0811-2DAC-D999-ACDDE5A03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510A64-3094-BB29-EECE-ABB01E18BD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BDE4186-E060-1571-4386-1EC853EF995E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احصائيات وتحليل النتائج                                                                                          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1DA2574-94DB-5251-6953-EA0D2DAD663E}"/>
              </a:ext>
            </a:extLst>
          </p:cNvPr>
          <p:cNvGrpSpPr/>
          <p:nvPr/>
        </p:nvGrpSpPr>
        <p:grpSpPr>
          <a:xfrm>
            <a:off x="1956434" y="2901483"/>
            <a:ext cx="8279131" cy="1055034"/>
            <a:chOff x="1375155" y="2110069"/>
            <a:chExt cx="8279131" cy="105503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0AC1B6-9A2A-85B7-09B0-B15394A64A93}"/>
                </a:ext>
              </a:extLst>
            </p:cNvPr>
            <p:cNvSpPr/>
            <p:nvPr/>
          </p:nvSpPr>
          <p:spPr>
            <a:xfrm>
              <a:off x="1375155" y="2110069"/>
              <a:ext cx="8279131" cy="1055034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7E7EEE4-43D9-88BA-5386-14C7FA95BC2A}"/>
                </a:ext>
              </a:extLst>
            </p:cNvPr>
            <p:cNvSpPr txBox="1"/>
            <p:nvPr/>
          </p:nvSpPr>
          <p:spPr>
            <a:xfrm>
              <a:off x="1375155" y="2110069"/>
              <a:ext cx="8279131" cy="10550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7434" tIns="119380" rIns="119380" bIns="119380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-LB" sz="4700" kern="1200" dirty="0"/>
                <a:t>احصائيات وتحليل النتائج</a:t>
              </a:r>
              <a:endParaRPr lang="en-US" sz="47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70481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64355-3398-4E53-EDB5-5E723C93E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3C4099-141D-68DE-2398-6D38D27E9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073A128-0B6A-81B1-0A36-454D55601E36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احصائيات وتحليل النتائج                                                                                          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61238B4-064B-777C-84EF-3F9F6A5814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842031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916897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C2C5-8BD6-3350-930A-64F5423D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92938A-ED33-85F5-201F-6CF0A3E92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503BAA8-1B75-DC8C-A1A9-E5F810DCE7AA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احصائيات وتحليل النتائج                                                                                          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456E40B-E1EB-8AC3-ED79-41B186E751FB}"/>
              </a:ext>
            </a:extLst>
          </p:cNvPr>
          <p:cNvGrpSpPr/>
          <p:nvPr/>
        </p:nvGrpSpPr>
        <p:grpSpPr>
          <a:xfrm>
            <a:off x="902186" y="483920"/>
            <a:ext cx="1833562" cy="1833562"/>
            <a:chOff x="3147218" y="3221"/>
            <a:chExt cx="1833562" cy="183356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98D5F2E-AD5D-73F4-DA2E-9DC641C47C9A}"/>
                </a:ext>
              </a:extLst>
            </p:cNvPr>
            <p:cNvSpPr/>
            <p:nvPr/>
          </p:nvSpPr>
          <p:spPr>
            <a:xfrm>
              <a:off x="3147218" y="3221"/>
              <a:ext cx="1833562" cy="183356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0698117A-C2EF-A2FF-09E8-5A8E15ABB94B}"/>
                </a:ext>
              </a:extLst>
            </p:cNvPr>
            <p:cNvSpPr txBox="1"/>
            <p:nvPr/>
          </p:nvSpPr>
          <p:spPr>
            <a:xfrm>
              <a:off x="3415737" y="271740"/>
              <a:ext cx="1296524" cy="12965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320" tIns="20320" rIns="20320" bIns="20320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mean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FD5F49A-60BE-1D98-3A2A-FC504A50A5AB}"/>
                  </a:ext>
                </a:extLst>
              </p:cNvPr>
              <p:cNvSpPr/>
              <p:nvPr/>
            </p:nvSpPr>
            <p:spPr>
              <a:xfrm>
                <a:off x="3004267" y="840262"/>
                <a:ext cx="6086168" cy="112087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ar-LB" dirty="0"/>
                  <a:t>معدل الصف: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2FD5F49A-60BE-1D98-3A2A-FC504A50A5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267" y="840262"/>
                <a:ext cx="6086168" cy="112087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F9330B12-0F5A-0FFB-53BF-DDEDEDF48649}"/>
              </a:ext>
            </a:extLst>
          </p:cNvPr>
          <p:cNvGrpSpPr/>
          <p:nvPr/>
        </p:nvGrpSpPr>
        <p:grpSpPr>
          <a:xfrm>
            <a:off x="902186" y="2451741"/>
            <a:ext cx="1833562" cy="1833562"/>
            <a:chOff x="1081077" y="3581883"/>
            <a:chExt cx="1833562" cy="183356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302CA1E-9BCC-3EF0-AE08-30D02702E657}"/>
                </a:ext>
              </a:extLst>
            </p:cNvPr>
            <p:cNvSpPr/>
            <p:nvPr/>
          </p:nvSpPr>
          <p:spPr>
            <a:xfrm>
              <a:off x="1081077" y="3581883"/>
              <a:ext cx="1833562" cy="183356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Oval 4">
              <a:extLst>
                <a:ext uri="{FF2B5EF4-FFF2-40B4-BE49-F238E27FC236}">
                  <a16:creationId xmlns:a16="http://schemas.microsoft.com/office/drawing/2014/main" id="{44DFABEB-1805-8DBE-D222-216A5075E02B}"/>
                </a:ext>
              </a:extLst>
            </p:cNvPr>
            <p:cNvSpPr txBox="1"/>
            <p:nvPr/>
          </p:nvSpPr>
          <p:spPr>
            <a:xfrm>
              <a:off x="1349596" y="3850402"/>
              <a:ext cx="1296524" cy="12965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320" tIns="20320" rIns="20320" bIns="20320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median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A6E5503-54F1-861F-75F8-E1EF480D5101}"/>
                  </a:ext>
                </a:extLst>
              </p:cNvPr>
              <p:cNvSpPr/>
              <p:nvPr/>
            </p:nvSpPr>
            <p:spPr>
              <a:xfrm>
                <a:off x="3004267" y="2808083"/>
                <a:ext cx="6086168" cy="112087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ar-SA" dirty="0"/>
                  <a:t> الدرجة التي تقسم ترتيب الطلاب لنصفين متساويين</a:t>
                </a:r>
                <a:r>
                  <a:rPr lang="ar-LB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𝑚𝑖𝑑𝑙𝑒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𝑣𝑎𝑙𝑢𝑒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A6E5503-54F1-861F-75F8-E1EF480D51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267" y="2808083"/>
                <a:ext cx="6086168" cy="1120878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CD594B2E-B876-D637-5272-BE8995CDDB3A}"/>
              </a:ext>
            </a:extLst>
          </p:cNvPr>
          <p:cNvGrpSpPr/>
          <p:nvPr/>
        </p:nvGrpSpPr>
        <p:grpSpPr>
          <a:xfrm>
            <a:off x="902186" y="4419562"/>
            <a:ext cx="1833562" cy="1833562"/>
            <a:chOff x="5213360" y="3581883"/>
            <a:chExt cx="1833562" cy="1833562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FBBA145-4C1B-6AFA-2446-1753FA8320A2}"/>
                </a:ext>
              </a:extLst>
            </p:cNvPr>
            <p:cNvSpPr/>
            <p:nvPr/>
          </p:nvSpPr>
          <p:spPr>
            <a:xfrm>
              <a:off x="5213360" y="3581883"/>
              <a:ext cx="1833562" cy="1833562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Oval 4">
              <a:extLst>
                <a:ext uri="{FF2B5EF4-FFF2-40B4-BE49-F238E27FC236}">
                  <a16:creationId xmlns:a16="http://schemas.microsoft.com/office/drawing/2014/main" id="{A3DBEB06-74AA-6357-A98A-B0751205D461}"/>
                </a:ext>
              </a:extLst>
            </p:cNvPr>
            <p:cNvSpPr txBox="1"/>
            <p:nvPr/>
          </p:nvSpPr>
          <p:spPr>
            <a:xfrm>
              <a:off x="5481879" y="3850402"/>
              <a:ext cx="1296524" cy="12965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320" tIns="20320" rIns="20320" bIns="20320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200" kern="1200" dirty="0"/>
                <a:t>mode</a:t>
              </a:r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4E9958-32CC-C88D-3834-284526A6E63C}"/>
              </a:ext>
            </a:extLst>
          </p:cNvPr>
          <p:cNvSpPr/>
          <p:nvPr/>
        </p:nvSpPr>
        <p:spPr>
          <a:xfrm>
            <a:off x="3004267" y="4775904"/>
            <a:ext cx="6086168" cy="1120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dirty="0"/>
              <a:t>أكثر درجة متكررة بين الطلاب</a:t>
            </a:r>
            <a:r>
              <a:rPr lang="ar-LB" dirty="0"/>
              <a:t>: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756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A0972-EEF5-F4BC-E6A8-F8FC6DAAD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0B2D20-AF91-2CDA-1D91-C6CA9EC62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69EC117-BF6B-8BFA-7DD0-1F1DAB8CB84F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احصائيات وتحليل النتائج                                                                                          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4CE4E19-E696-DC8B-DE16-D3D84D725E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502673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298317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8917D-0F7A-2489-BE7E-BBF2E2AD5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D0EDAE-02A8-B86B-A944-9E6405BB8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3DEB89A-DD8D-0F68-2B48-54297E04B7D7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احصائيات وتحليل النتائج                                                                                          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0CBC390-1F1D-5587-FC07-41BE909EFE58}"/>
              </a:ext>
            </a:extLst>
          </p:cNvPr>
          <p:cNvGrpSpPr/>
          <p:nvPr/>
        </p:nvGrpSpPr>
        <p:grpSpPr>
          <a:xfrm>
            <a:off x="885951" y="937212"/>
            <a:ext cx="1492405" cy="1492405"/>
            <a:chOff x="3317797" y="20056"/>
            <a:chExt cx="1492405" cy="149240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F1E2069-5BF9-A503-C0C9-A75B7954E189}"/>
                </a:ext>
              </a:extLst>
            </p:cNvPr>
            <p:cNvSpPr/>
            <p:nvPr/>
          </p:nvSpPr>
          <p:spPr>
            <a:xfrm>
              <a:off x="3317797" y="20056"/>
              <a:ext cx="1492405" cy="1492405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66260DC1-9E8C-7A0E-6D6A-CC17829526AE}"/>
                </a:ext>
              </a:extLst>
            </p:cNvPr>
            <p:cNvSpPr txBox="1"/>
            <p:nvPr/>
          </p:nvSpPr>
          <p:spPr>
            <a:xfrm>
              <a:off x="3536355" y="238614"/>
              <a:ext cx="1055289" cy="105528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100" kern="1200" dirty="0"/>
                <a:t>range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82F2BCD2-3715-EBBA-1C22-0D76A9635674}"/>
                  </a:ext>
                </a:extLst>
              </p:cNvPr>
              <p:cNvSpPr/>
              <p:nvPr/>
            </p:nvSpPr>
            <p:spPr>
              <a:xfrm>
                <a:off x="2728964" y="1122975"/>
                <a:ext cx="6086168" cy="112087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ar-SA" dirty="0"/>
                  <a:t>الفرق بين أعلى درجة وأدنى درجة في الصف</a:t>
                </a:r>
                <a:r>
                  <a:rPr lang="ar-LB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82F2BCD2-3715-EBBA-1C22-0D76A96356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964" y="1122975"/>
                <a:ext cx="6086168" cy="112087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080C9CA9-1D21-9A0B-1DA9-84F786F9545B}"/>
              </a:ext>
            </a:extLst>
          </p:cNvPr>
          <p:cNvGrpSpPr/>
          <p:nvPr/>
        </p:nvGrpSpPr>
        <p:grpSpPr>
          <a:xfrm>
            <a:off x="885950" y="3551543"/>
            <a:ext cx="1492405" cy="1492405"/>
            <a:chOff x="3317797" y="3906205"/>
            <a:chExt cx="1492405" cy="149240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0CB2361-508A-DD99-3461-5B630014801F}"/>
                </a:ext>
              </a:extLst>
            </p:cNvPr>
            <p:cNvSpPr/>
            <p:nvPr/>
          </p:nvSpPr>
          <p:spPr>
            <a:xfrm>
              <a:off x="3317797" y="3906205"/>
              <a:ext cx="1492405" cy="1492405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Oval 4">
              <a:extLst>
                <a:ext uri="{FF2B5EF4-FFF2-40B4-BE49-F238E27FC236}">
                  <a16:creationId xmlns:a16="http://schemas.microsoft.com/office/drawing/2014/main" id="{1712971E-4695-0E2D-9BA5-6836E7306C20}"/>
                </a:ext>
              </a:extLst>
            </p:cNvPr>
            <p:cNvSpPr txBox="1"/>
            <p:nvPr/>
          </p:nvSpPr>
          <p:spPr>
            <a:xfrm>
              <a:off x="3536355" y="4124763"/>
              <a:ext cx="1055289" cy="105528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335" tIns="13335" rIns="13335" bIns="13335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100" kern="1200"/>
                <a:t>Standard deviation</a:t>
              </a:r>
              <a:endParaRPr lang="en-US" sz="2100" kern="12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6AD9D2CE-7A96-BD91-5D7E-D2E4D357D08D}"/>
                  </a:ext>
                </a:extLst>
              </p:cNvPr>
              <p:cNvSpPr/>
              <p:nvPr/>
            </p:nvSpPr>
            <p:spPr>
              <a:xfrm>
                <a:off x="2596913" y="3658648"/>
                <a:ext cx="6340610" cy="13853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  <a:r>
                  <a:rPr lang="ar-SA" dirty="0"/>
                  <a:t>مدى ابتعاد الدرجات عن المتوسط بشكل نموذجي</a:t>
                </a:r>
                <a:r>
                  <a:rPr lang="en-US" dirty="0"/>
                  <a:t>. </a:t>
                </a:r>
                <a:r>
                  <a:rPr lang="ar-LB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b>
                            <m: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} 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6AD9D2CE-7A96-BD91-5D7E-D2E4D357D0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913" y="3658648"/>
                <a:ext cx="6340610" cy="1385300"/>
              </a:xfrm>
              <a:prstGeom prst="roundRect">
                <a:avLst/>
              </a:prstGeom>
              <a:blipFill>
                <a:blip r:embed="rId4"/>
                <a:stretch>
                  <a:fillRect t="-3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89056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B2D8A-87D5-F5E2-6F11-5697F5B89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E871FE-EACD-7E60-271F-82113422D5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5A9B93B-7172-AA2F-DB48-2ED549014A23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احصائيات وتحليل النتائج                                                                                          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EA979A-ED25-CEC9-A5FA-DD01ACA5A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199876"/>
              </p:ext>
            </p:extLst>
          </p:nvPr>
        </p:nvGraphicFramePr>
        <p:xfrm>
          <a:off x="580103" y="943897"/>
          <a:ext cx="10748296" cy="49928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6594">
                  <a:extLst>
                    <a:ext uri="{9D8B030D-6E8A-4147-A177-3AD203B41FA5}">
                      <a16:colId xmlns:a16="http://schemas.microsoft.com/office/drawing/2014/main" val="3535302635"/>
                    </a:ext>
                  </a:extLst>
                </a:gridCol>
                <a:gridCol w="2530546">
                  <a:extLst>
                    <a:ext uri="{9D8B030D-6E8A-4147-A177-3AD203B41FA5}">
                      <a16:colId xmlns:a16="http://schemas.microsoft.com/office/drawing/2014/main" val="3740852348"/>
                    </a:ext>
                  </a:extLst>
                </a:gridCol>
                <a:gridCol w="2191400">
                  <a:extLst>
                    <a:ext uri="{9D8B030D-6E8A-4147-A177-3AD203B41FA5}">
                      <a16:colId xmlns:a16="http://schemas.microsoft.com/office/drawing/2014/main" val="3871746616"/>
                    </a:ext>
                  </a:extLst>
                </a:gridCol>
                <a:gridCol w="1917475">
                  <a:extLst>
                    <a:ext uri="{9D8B030D-6E8A-4147-A177-3AD203B41FA5}">
                      <a16:colId xmlns:a16="http://schemas.microsoft.com/office/drawing/2014/main" val="2460627399"/>
                    </a:ext>
                  </a:extLst>
                </a:gridCol>
                <a:gridCol w="2452281">
                  <a:extLst>
                    <a:ext uri="{9D8B030D-6E8A-4147-A177-3AD203B41FA5}">
                      <a16:colId xmlns:a16="http://schemas.microsoft.com/office/drawing/2014/main" val="2792064279"/>
                    </a:ext>
                  </a:extLst>
                </a:gridCol>
              </a:tblGrid>
              <a:tr h="4619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Indicateur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Définition / Calcul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Ce qu’il montre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Comparaisons utiles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Interprétation pédagogique et évaluation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95188902"/>
                  </a:ext>
                </a:extLst>
              </a:tr>
              <a:tr h="15430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Moyenne (Average)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Somme des notes ÷ nombre d’élèves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Niveau global de la classe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- Comparer à la note de chaque élève - Comparer à la médiane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- Si la moyenne est haute (&gt;7/10) → la classe maîtrise bien. - Si la moyenne est faible (&lt;5/10) → difficulté générale. - Permet d’identifier le niveau moyen attendu.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29251892"/>
                  </a:ext>
                </a:extLst>
              </a:tr>
              <a:tr h="188707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Médiane (Median)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Valeur centrale quand les notes sont ordonnées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Niveau atteint par la majorité des élèves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- Comparer à la moyenne - Médiane ≈ Moyenne → homogénéité - Médiane &lt; Moyenne → quelques très bons élèves tirent la moyenne vers le haut - Médiane &gt; Moyenne → quelques très faibles élèves tirent la moyenne vers le bas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- Si la médiane est faible (&lt;5) → plus de la moitié de la classe a échoué. - Si elle est haute (&gt;6) → la majorité a compris. - Outil clé pour juger la répartition réelle des résultats.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23637549"/>
                  </a:ext>
                </a:extLst>
              </a:tr>
              <a:tr h="11007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Écart-type (Standard Deviation)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Mesure la dispersion des notes autour de la moyenne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Indique si la classe est homogène ou dispersée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- Écart-type faible (&lt;1.5) → groupe uniforme - Écart-type élevé (&gt;2) → forte différence entre élèves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- Petit écart-type → niveau équilibré, travail collectif efficace. - Grand écart-type → classe hétérogène → différencier les activités.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40253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7743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3DC12-9AED-509F-320A-4484F7634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39DACA-772B-2AF4-C950-D2635A775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3DEA46-68CB-4C1E-5827-044B949971EC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احصائيات وتحليل النتائج                                                                                          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E89994-E96A-82BC-EAC7-0EE48B0D9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105194"/>
              </p:ext>
            </p:extLst>
          </p:nvPr>
        </p:nvGraphicFramePr>
        <p:xfrm>
          <a:off x="1425677" y="747252"/>
          <a:ext cx="8908025" cy="52012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4358">
                  <a:extLst>
                    <a:ext uri="{9D8B030D-6E8A-4147-A177-3AD203B41FA5}">
                      <a16:colId xmlns:a16="http://schemas.microsoft.com/office/drawing/2014/main" val="2566276558"/>
                    </a:ext>
                  </a:extLst>
                </a:gridCol>
                <a:gridCol w="5383667">
                  <a:extLst>
                    <a:ext uri="{9D8B030D-6E8A-4147-A177-3AD203B41FA5}">
                      <a16:colId xmlns:a16="http://schemas.microsoft.com/office/drawing/2014/main" val="1934265195"/>
                    </a:ext>
                  </a:extLst>
                </a:gridCol>
              </a:tblGrid>
              <a:tr h="3152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Situation observée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Interprétation rapide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02569510"/>
                  </a:ext>
                </a:extLst>
              </a:tr>
              <a:tr h="11689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Moyenne ≈ Médiane, écart-type faible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Classe homogène, niveau stable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04657367"/>
                  </a:ext>
                </a:extLst>
              </a:tr>
              <a:tr h="9719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Moyenne &lt; 5, Médiane &lt; 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Difficulté collective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9134709"/>
                  </a:ext>
                </a:extLst>
              </a:tr>
              <a:tr h="932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Moyenne &gt; Médiane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Quelques forts tirent la moyenne vers le haut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03892400"/>
                  </a:ext>
                </a:extLst>
              </a:tr>
              <a:tr h="11821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Médiane &gt; Moyenne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Quelques échecs très bas perturbent la moyenne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04404001"/>
                  </a:ext>
                </a:extLst>
              </a:tr>
              <a:tr h="3152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Écart-type &gt;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Classe hétérogène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163876"/>
                  </a:ext>
                </a:extLst>
              </a:tr>
              <a:tr h="3152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Taux de réussite &lt; 60%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Objectif non </a:t>
                      </a:r>
                      <a:r>
                        <a:rPr lang="en-US" sz="1100" u="none" strike="noStrike" dirty="0" err="1">
                          <a:effectLst/>
                        </a:rPr>
                        <a:t>atteint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39476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23767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05A72-93E6-5608-5334-3D1292E12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659155-7A3B-21A3-D095-02E3B8C59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77D1847-0C75-AC54-92FF-F9E6F268CE75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احصائيات وتحليل النتائج                                                                                          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E101BAB-B62E-55A7-AC90-E05991BCCB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564708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686208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975BD-B5B1-F17A-5317-62479E317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FEF631-F07A-7A71-8A9E-647DA8356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935FEE2-3AE3-8E7F-8FA5-E67C6A930754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احصائيات وتحليل النتائج                                                                                         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DB3778-6337-033E-109E-B72D9EC58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87" y="1890866"/>
            <a:ext cx="9344025" cy="40005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81064D-095D-8783-0D03-AD1FE29D2796}"/>
              </a:ext>
            </a:extLst>
          </p:cNvPr>
          <p:cNvSpPr/>
          <p:nvPr/>
        </p:nvSpPr>
        <p:spPr>
          <a:xfrm>
            <a:off x="4350773" y="640633"/>
            <a:ext cx="3490451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skewed</a:t>
            </a:r>
          </a:p>
        </p:txBody>
      </p:sp>
    </p:spTree>
    <p:extLst>
      <p:ext uri="{BB962C8B-B14F-4D97-AF65-F5344CB8AC3E}">
        <p14:creationId xmlns:p14="http://schemas.microsoft.com/office/powerpoint/2010/main" val="8128771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E94DB-1BA2-53A9-2C50-D676694C3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4DA152-714E-E76D-5CCD-38116A4E2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9202F17-E2CF-A409-9E03-410C1DC3C5FD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احصائيات وتحليل النتائج                                                                                         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152885-7D44-1686-2F2C-952FC73B4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597" y="2149576"/>
            <a:ext cx="7504338" cy="394513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74D4B52-F048-3858-9F32-826780EB08CE}"/>
              </a:ext>
            </a:extLst>
          </p:cNvPr>
          <p:cNvSpPr/>
          <p:nvPr/>
        </p:nvSpPr>
        <p:spPr>
          <a:xfrm>
            <a:off x="4350773" y="640633"/>
            <a:ext cx="3490451" cy="609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bimodal</a:t>
            </a:r>
          </a:p>
        </p:txBody>
      </p:sp>
    </p:spTree>
    <p:extLst>
      <p:ext uri="{BB962C8B-B14F-4D97-AF65-F5344CB8AC3E}">
        <p14:creationId xmlns:p14="http://schemas.microsoft.com/office/powerpoint/2010/main" val="39604335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BA005-202C-DBFF-898E-C5E601A8E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C13FB2-3009-70AD-19FC-5FE5E1935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3714AE-D2A1-4536-BD10-9DFD7C0F352F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تحليل الفقرات                                                                                          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D670916-09B7-1D48-F7C8-5F511A960EBB}"/>
              </a:ext>
            </a:extLst>
          </p:cNvPr>
          <p:cNvGrpSpPr/>
          <p:nvPr/>
        </p:nvGrpSpPr>
        <p:grpSpPr>
          <a:xfrm>
            <a:off x="1956434" y="2901483"/>
            <a:ext cx="8279131" cy="1055034"/>
            <a:chOff x="1375155" y="3692895"/>
            <a:chExt cx="8279131" cy="105503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476087-2438-07BD-F234-DD4CA0F04416}"/>
                </a:ext>
              </a:extLst>
            </p:cNvPr>
            <p:cNvSpPr/>
            <p:nvPr/>
          </p:nvSpPr>
          <p:spPr>
            <a:xfrm>
              <a:off x="1375155" y="3692895"/>
              <a:ext cx="8279131" cy="1055034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D85DD33-0960-81E0-7D53-881BDAC51E66}"/>
                </a:ext>
              </a:extLst>
            </p:cNvPr>
            <p:cNvSpPr txBox="1"/>
            <p:nvPr/>
          </p:nvSpPr>
          <p:spPr>
            <a:xfrm>
              <a:off x="1375155" y="3692895"/>
              <a:ext cx="8279131" cy="10550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7434" tIns="119380" rIns="119380" bIns="119380" numCol="1" spcCol="1270" anchor="ctr" anchorCtr="0">
              <a:noAutofit/>
            </a:bodyPr>
            <a:lstStyle/>
            <a:p>
              <a:pPr marL="0" lvl="0" indent="0" algn="l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-LB" sz="4700" kern="1200" dirty="0"/>
                <a:t> تحليل الفقرات )</a:t>
              </a:r>
              <a:r>
                <a:rPr lang="en-US" sz="4700" kern="1200" dirty="0"/>
                <a:t>Analysis Item)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09455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2A472-018D-0CCA-18F2-5371ABFD9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A13BAA-7C6A-E97A-1D2B-D4FBA50D1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E702C8B-F05D-A426-2138-EF03F6B6780E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تحليل الفقرات                                                                                          </a:t>
            </a:r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C27721C-6CF8-774F-18A4-DD25A24BA0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346997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871030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AA299-9197-0587-CD83-15028063A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49BB1E-5E57-20A2-A32E-77A8B58C6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1AF0179-2BCA-EF47-E92A-DD60DE329D77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تحليل الفقرات                                                                                          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C5758AC-A6C7-3CBB-0AE4-ECD50BF59AA5}"/>
              </a:ext>
            </a:extLst>
          </p:cNvPr>
          <p:cNvSpPr/>
          <p:nvPr/>
        </p:nvSpPr>
        <p:spPr>
          <a:xfrm>
            <a:off x="4149213" y="806245"/>
            <a:ext cx="3991897" cy="10815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/>
              <a:t>معامل السهولة/الصعوبة</a:t>
            </a:r>
            <a:r>
              <a:rPr lang="en-US"/>
              <a:t> (Difficulty Index)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EEF18ABF-1D07-6865-A3E2-82F1D1321042}"/>
                  </a:ext>
                </a:extLst>
              </p:cNvPr>
              <p:cNvSpPr/>
              <p:nvPr/>
            </p:nvSpPr>
            <p:spPr>
              <a:xfrm>
                <a:off x="2546555" y="2300748"/>
                <a:ext cx="7108722" cy="205494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/>
                        <m:t>D</m:t>
                      </m:r>
                      <m:r>
                        <a:rPr lang="en-US" sz="2800"/>
                        <m:t>=</m:t>
                      </m:r>
                      <m:f>
                        <m:fPr>
                          <m:ctrlPr>
                            <a:rPr lang="en-US" sz="2800" i="1"/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/>
                            <m:t>عدد الذين أجابوا صحيح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800"/>
                            <m:t>عدد الطلاب</m:t>
                          </m:r>
                        </m:den>
                      </m:f>
                      <m:r>
                        <a:rPr lang="en-US" sz="2800"/>
                        <m:t>×</m:t>
                      </m:r>
                      <m:r>
                        <a:rPr lang="en-US" sz="2800"/>
                        <m:t>100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EEF18ABF-1D07-6865-A3E2-82F1D13210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555" y="2300748"/>
                <a:ext cx="7108722" cy="205494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59FDE24B-7C8D-00B5-F606-25AC8230795E}"/>
              </a:ext>
            </a:extLst>
          </p:cNvPr>
          <p:cNvSpPr/>
          <p:nvPr/>
        </p:nvSpPr>
        <p:spPr>
          <a:xfrm>
            <a:off x="1071716" y="4606414"/>
            <a:ext cx="1750142" cy="1553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D&gt;90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9E7F80-CB9B-8EE7-648B-CC6CBE38E78F}"/>
              </a:ext>
            </a:extLst>
          </p:cNvPr>
          <p:cNvSpPr/>
          <p:nvPr/>
        </p:nvSpPr>
        <p:spPr>
          <a:xfrm>
            <a:off x="5270090" y="4606413"/>
            <a:ext cx="1750142" cy="1553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30&lt;D&lt;80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94F1FD-B753-2B05-2EC0-70C7A3A9D9E8}"/>
              </a:ext>
            </a:extLst>
          </p:cNvPr>
          <p:cNvSpPr/>
          <p:nvPr/>
        </p:nvSpPr>
        <p:spPr>
          <a:xfrm>
            <a:off x="9266903" y="4576915"/>
            <a:ext cx="1750142" cy="1553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D&lt;10</a:t>
            </a:r>
          </a:p>
        </p:txBody>
      </p:sp>
    </p:spTree>
    <p:extLst>
      <p:ext uri="{BB962C8B-B14F-4D97-AF65-F5344CB8AC3E}">
        <p14:creationId xmlns:p14="http://schemas.microsoft.com/office/powerpoint/2010/main" val="19209970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1267D-68AB-2D17-597B-EBA47F438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605833-867E-393C-FA28-C277816AB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0BE95BE-DF1B-A761-BD35-DA8B8264B1BB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تحليل الفقرات                                                                                          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DE814B-27FE-D695-1BB3-0FFF237EBB77}"/>
              </a:ext>
            </a:extLst>
          </p:cNvPr>
          <p:cNvSpPr/>
          <p:nvPr/>
        </p:nvSpPr>
        <p:spPr>
          <a:xfrm>
            <a:off x="4149213" y="806245"/>
            <a:ext cx="3991897" cy="10815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ar-SA" dirty="0"/>
              <a:t>معامل التمييز</a:t>
            </a:r>
            <a:r>
              <a:rPr lang="en-US" dirty="0"/>
              <a:t> (Discrimination Index)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9BBDFB6-78F2-54A9-9D51-0EC3185C6C38}"/>
              </a:ext>
            </a:extLst>
          </p:cNvPr>
          <p:cNvSpPr/>
          <p:nvPr/>
        </p:nvSpPr>
        <p:spPr>
          <a:xfrm>
            <a:off x="403122" y="2012221"/>
            <a:ext cx="10520516" cy="39427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F52BC0-F111-3392-0CA7-BA846351F185}"/>
                  </a:ext>
                </a:extLst>
              </p:cNvPr>
              <p:cNvSpPr txBox="1"/>
              <p:nvPr/>
            </p:nvSpPr>
            <p:spPr>
              <a:xfrm>
                <a:off x="678426" y="2155557"/>
                <a:ext cx="9773265" cy="33790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The classical method divides students into two groups: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Top 27%</a:t>
                </a:r>
                <a:r>
                  <a:rPr lang="en-US" dirty="0"/>
                  <a:t> (high scorers)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Bottom 27%</a:t>
                </a:r>
                <a:r>
                  <a:rPr lang="en-US" dirty="0"/>
                  <a:t> (low scorers)</a:t>
                </a:r>
              </a:p>
              <a:p>
                <a:pPr>
                  <a:buNone/>
                </a:pPr>
                <a:r>
                  <a:rPr lang="en-US" dirty="0"/>
                  <a:t>Why 27%?</a:t>
                </a:r>
                <a:br>
                  <a:rPr lang="en-US" dirty="0"/>
                </a:br>
                <a:r>
                  <a:rPr lang="en-US" dirty="0"/>
                  <a:t>→ Because statistically this percentage gives the most stable measurement in item analysis.</a:t>
                </a:r>
              </a:p>
              <a:p>
                <a:pPr>
                  <a:buNone/>
                </a:pPr>
                <a:r>
                  <a:rPr lang="en-US" b="1" dirty="0"/>
                  <a:t>Formula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L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L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LB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L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ar-LB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L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LB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ar-LB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ar-LB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ar-LB" dirty="0"/>
              </a:p>
              <a:p>
                <a:pPr>
                  <a:buNone/>
                </a:pPr>
                <a:r>
                  <a:rPr lang="en-US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L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L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LB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ar-LB" dirty="0"/>
                  <a:t>= </a:t>
                </a:r>
                <a:r>
                  <a:rPr lang="en-US" dirty="0"/>
                  <a:t>number of students in the high group who answered correctly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L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L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LB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ar-LB" dirty="0"/>
                  <a:t>= </a:t>
                </a:r>
                <a:r>
                  <a:rPr lang="en-US" dirty="0"/>
                  <a:t>number of students in the low group who answered correctly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= number of students in each group (same number in top and bottom 27%)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F52BC0-F111-3392-0CA7-BA846351F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26" y="2155557"/>
                <a:ext cx="9773265" cy="3379067"/>
              </a:xfrm>
              <a:prstGeom prst="rect">
                <a:avLst/>
              </a:prstGeom>
              <a:blipFill>
                <a:blip r:embed="rId3"/>
                <a:stretch>
                  <a:fillRect l="-499" t="-1083" b="-1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3211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A57F2-A1FD-3379-9F90-EA886FA42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AF3B51-AB8D-9444-FB86-CF4FDD2E9F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8A16D0-CD6E-E266-AFF7-C5C63A11BFA9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تحليل الفقرات                                                                                          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DA9AEAE-6C41-8368-1339-EDC1A55246F9}"/>
              </a:ext>
            </a:extLst>
          </p:cNvPr>
          <p:cNvSpPr/>
          <p:nvPr/>
        </p:nvSpPr>
        <p:spPr>
          <a:xfrm>
            <a:off x="1012723" y="1032387"/>
            <a:ext cx="10412361" cy="44540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0E66E5-7BE9-ADD0-1D40-C8917730B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930421"/>
              </p:ext>
            </p:extLst>
          </p:nvPr>
        </p:nvGraphicFramePr>
        <p:xfrm>
          <a:off x="1372829" y="1759974"/>
          <a:ext cx="9692148" cy="3156641"/>
        </p:xfrm>
        <a:graphic>
          <a:graphicData uri="http://schemas.openxmlformats.org/drawingml/2006/table">
            <a:tbl>
              <a:tblPr/>
              <a:tblGrid>
                <a:gridCol w="3230716">
                  <a:extLst>
                    <a:ext uri="{9D8B030D-6E8A-4147-A177-3AD203B41FA5}">
                      <a16:colId xmlns:a16="http://schemas.microsoft.com/office/drawing/2014/main" val="2580270880"/>
                    </a:ext>
                  </a:extLst>
                </a:gridCol>
                <a:gridCol w="3230716">
                  <a:extLst>
                    <a:ext uri="{9D8B030D-6E8A-4147-A177-3AD203B41FA5}">
                      <a16:colId xmlns:a16="http://schemas.microsoft.com/office/drawing/2014/main" val="1034939493"/>
                    </a:ext>
                  </a:extLst>
                </a:gridCol>
                <a:gridCol w="3230716">
                  <a:extLst>
                    <a:ext uri="{9D8B030D-6E8A-4147-A177-3AD203B41FA5}">
                      <a16:colId xmlns:a16="http://schemas.microsoft.com/office/drawing/2014/main" val="362407428"/>
                    </a:ext>
                  </a:extLst>
                </a:gridCol>
              </a:tblGrid>
              <a:tr h="389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Discrimination Index (D)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Meaning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Interpretation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82862"/>
                  </a:ext>
                </a:extLst>
              </a:tr>
              <a:tr h="682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≥ 0.40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Excellent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Item separates strong and weak students very well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655232"/>
                  </a:ext>
                </a:extLst>
              </a:tr>
              <a:tr h="389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0.30 – 0.39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Acceptable and useful 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453263"/>
                  </a:ext>
                </a:extLst>
              </a:tr>
              <a:tr h="389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0.20 – 0.29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Needs slight improvement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365901"/>
                  </a:ext>
                </a:extLst>
              </a:tr>
              <a:tr h="3899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0.00 – 0.19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Weak item that needs revision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439761"/>
                  </a:ext>
                </a:extLst>
              </a:tr>
              <a:tr h="682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&lt; 0.00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Negative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Bad item: low group outperformed high group (serious problem)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862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08424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A964C-B736-C167-BDCA-858E4F3B9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4E5EC3-D2C5-A22C-016B-E01D4A949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4E768D-1107-EDB9-50DC-862745F9FABD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النماذج المرجعية للدرجات وتعديل النتائج                                                                                          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508245-DCC1-3237-ACF6-54900881D22D}"/>
              </a:ext>
            </a:extLst>
          </p:cNvPr>
          <p:cNvGrpSpPr/>
          <p:nvPr/>
        </p:nvGrpSpPr>
        <p:grpSpPr>
          <a:xfrm>
            <a:off x="1653997" y="2901483"/>
            <a:ext cx="8884006" cy="1055034"/>
            <a:chOff x="770279" y="5275722"/>
            <a:chExt cx="8884006" cy="105503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BB3711C-2C33-3F3B-73A7-9DA81B4EE89D}"/>
                </a:ext>
              </a:extLst>
            </p:cNvPr>
            <p:cNvSpPr/>
            <p:nvPr/>
          </p:nvSpPr>
          <p:spPr>
            <a:xfrm>
              <a:off x="770279" y="5275722"/>
              <a:ext cx="8884006" cy="1055034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BAD4E6F-9E19-FC48-3964-21A2D937E619}"/>
                </a:ext>
              </a:extLst>
            </p:cNvPr>
            <p:cNvSpPr txBox="1"/>
            <p:nvPr/>
          </p:nvSpPr>
          <p:spPr>
            <a:xfrm>
              <a:off x="770279" y="5275722"/>
              <a:ext cx="8884006" cy="10550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7434" tIns="119380" rIns="119380" bIns="119380" numCol="1" spcCol="1270" anchor="ctr" anchorCtr="0">
              <a:noAutofit/>
            </a:bodyPr>
            <a:lstStyle/>
            <a:p>
              <a:pPr marL="0" lvl="0" indent="0" algn="l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-LB" sz="4700" kern="1200" dirty="0"/>
                <a:t> النماذج المرجعية للدرجات وتعديل النتائج</a:t>
              </a:r>
              <a:endParaRPr lang="en-US" sz="47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788849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B6D83-10C7-38D9-96B2-0EC652392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BD8A55-42B6-B6E8-0C67-FBA4AEAC1C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69D81DA-081F-7D8C-73CA-D66E0CA737E4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النماذج المرجعية للدرجات وتعديل النتائج                                                                                          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709CD32-E8D2-7573-A21F-1D9DA0108F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2773410"/>
              </p:ext>
            </p:extLst>
          </p:nvPr>
        </p:nvGraphicFramePr>
        <p:xfrm>
          <a:off x="1268361" y="176980"/>
          <a:ext cx="9674942" cy="60301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195469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2EC5A-07E3-48D1-A358-C1A5BB852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9E2EE7-C0B2-F37E-28AC-F09719B17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B9D4154-DE12-5A6C-49AF-203B15AE097A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النماذج المرجعية للدرجات وتعديل النتائج                                                                                          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DF8DAB2-5FCF-DD32-4391-18A4ADBCAA57}"/>
              </a:ext>
            </a:extLst>
          </p:cNvPr>
          <p:cNvSpPr/>
          <p:nvPr/>
        </p:nvSpPr>
        <p:spPr>
          <a:xfrm>
            <a:off x="3986980" y="766915"/>
            <a:ext cx="4218039" cy="9045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None/>
            </a:pPr>
            <a:r>
              <a:rPr lang="ar-SA" b="1"/>
              <a:t>التقويم المحكي المرجع</a:t>
            </a:r>
            <a:r>
              <a:rPr lang="en-US" b="1"/>
              <a:t> (Criterion-Referenced)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139060-86C3-D578-741E-A4D50DED0315}"/>
              </a:ext>
            </a:extLst>
          </p:cNvPr>
          <p:cNvSpPr/>
          <p:nvPr/>
        </p:nvSpPr>
        <p:spPr>
          <a:xfrm>
            <a:off x="963561" y="2517058"/>
            <a:ext cx="10304207" cy="32643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2800" dirty="0"/>
              <a:t>يُقارن أداء الطالب </a:t>
            </a:r>
            <a:r>
              <a:rPr lang="ar-SA" sz="2800" b="1" dirty="0"/>
              <a:t>بمحك أو معيار موضوعي ثابت</a:t>
            </a:r>
            <a:r>
              <a:rPr lang="ar-SA" sz="2800" dirty="0"/>
              <a:t>، وليس بأداء باقي الطلاب</a:t>
            </a:r>
            <a:endParaRPr lang="en-US" sz="28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2800" dirty="0"/>
              <a:t>يكون لكل مستوى معيار أو نسبة نجاح واضحة: مثلاً النجاح = حل 60% من الأسئلة بشكل صحيح؛ </a:t>
            </a:r>
            <a:endParaRPr lang="en-US" sz="2800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2800" dirty="0"/>
              <a:t>من أمثلة هذا التقويم: الاختبارات الوزارية التي تحدد فيها وزارة التعليم </a:t>
            </a:r>
            <a:r>
              <a:rPr lang="ar-SA" sz="2800" i="1" dirty="0"/>
              <a:t>نسبة النجاح مطلقًا</a:t>
            </a:r>
            <a:endParaRPr lang="en-US" sz="2800" i="1" dirty="0"/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2800" dirty="0"/>
              <a:t>من أسس هذا النموذج </a:t>
            </a:r>
            <a:r>
              <a:rPr lang="ar-SA" sz="2800" b="1" dirty="0"/>
              <a:t>وضع وصف واضح للمستويات المختلفة</a:t>
            </a:r>
            <a:r>
              <a:rPr lang="ar-SA" sz="2800" dirty="0"/>
              <a:t> للأداء. قد تكون المستويات لفظية (ممتاز، جيد جدًا، جيد، مقبول، ضعيف) أو درجات رقمية نطاقية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612958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53B3-4DE3-40FB-BB37-8B8A5E50C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EAD78E-1227-D20F-64BC-26FCD8FA2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B65FC78-5FB2-69E9-C60E-449D1742F84D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النماذج المرجعية للدرجات وتعديل النتائج                                                                                          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7FF46A9-94BE-F4D1-DC56-F5EEBEF0FFE3}"/>
              </a:ext>
            </a:extLst>
          </p:cNvPr>
          <p:cNvSpPr/>
          <p:nvPr/>
        </p:nvSpPr>
        <p:spPr>
          <a:xfrm>
            <a:off x="3731342" y="422787"/>
            <a:ext cx="4729316" cy="5063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None/>
            </a:pPr>
            <a:r>
              <a:rPr lang="ar-SA" b="1"/>
              <a:t>التقويم المعياري المرجع</a:t>
            </a:r>
            <a:r>
              <a:rPr lang="en-US" b="1"/>
              <a:t> (Norm-Referenced)</a:t>
            </a:r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B6B2975-977D-D665-8504-A16757FFCC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0862735"/>
              </p:ext>
            </p:extLst>
          </p:nvPr>
        </p:nvGraphicFramePr>
        <p:xfrm>
          <a:off x="1235587" y="1622322"/>
          <a:ext cx="9884697" cy="44570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252977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1C5A3-839C-6963-90B4-517356A9A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67857A-7D07-BA25-F132-79F8E174A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93D866-0685-38EF-D8EE-D58D59762906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النماذج المرجعية للدرجات وتعديل النتائج                                                                                         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429ED0-3E76-0EFA-D0FA-2531141F1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148" y="728165"/>
            <a:ext cx="8622891" cy="52871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685498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C07C6-3862-B87E-DEB1-A1AFE03E1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55D78C-9D98-129B-A4CC-C94B65764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5E2029A-4F64-FEF0-1866-3D9B0B6C2FFD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النماذج المرجعية للدرجات وتعديل النتائج                                                                                          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93BC31-C060-AD4C-BCAB-1197CFEC1966}"/>
              </a:ext>
            </a:extLst>
          </p:cNvPr>
          <p:cNvSpPr/>
          <p:nvPr/>
        </p:nvSpPr>
        <p:spPr>
          <a:xfrm>
            <a:off x="757084" y="1651818"/>
            <a:ext cx="10874477" cy="35691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7C159BA-852B-1CFA-5283-4913E59C4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319244"/>
              </p:ext>
            </p:extLst>
          </p:nvPr>
        </p:nvGraphicFramePr>
        <p:xfrm>
          <a:off x="977081" y="2388255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0335122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473889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304635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Percentile Rank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Grade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Interpretation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79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Top 10%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Excellent (high achievers)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682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Next 20%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Above average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85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Middle 40%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5780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Next 20%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Below average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726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Bottom 10%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Failing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628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52414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5AF93-4E9A-301C-4CE1-4C5B6C7B1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D01187-4EB6-68C5-1EFA-4A68F9B22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12106FA-D550-EF51-FF6C-87625A04C79D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النماذج المرجعية للدرجات وتعديل النتائج                                                                                          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F8981C-6A0B-E358-A596-E380244E21BF}"/>
              </a:ext>
            </a:extLst>
          </p:cNvPr>
          <p:cNvSpPr/>
          <p:nvPr/>
        </p:nvSpPr>
        <p:spPr>
          <a:xfrm>
            <a:off x="3657600" y="530942"/>
            <a:ext cx="5201265" cy="5063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dirty="0"/>
              <a:t>النماذج الهجينة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5355E9-EB2F-781C-AF7F-636F8BC5C868}"/>
              </a:ext>
            </a:extLst>
          </p:cNvPr>
          <p:cNvSpPr/>
          <p:nvPr/>
        </p:nvSpPr>
        <p:spPr>
          <a:xfrm>
            <a:off x="2644878" y="2347450"/>
            <a:ext cx="7098890" cy="28636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LB" sz="2800" b="1" dirty="0"/>
              <a:t>نموذج </a:t>
            </a:r>
            <a:r>
              <a:rPr lang="en-US" sz="2800" b="1" dirty="0"/>
              <a:t>NRT + CRT</a:t>
            </a:r>
          </a:p>
          <a:p>
            <a:pPr algn="r" rtl="1"/>
            <a:r>
              <a:rPr lang="ar-LB" sz="2800" dirty="0"/>
              <a:t>مقارنة الطالب مع </a:t>
            </a:r>
            <a:r>
              <a:rPr lang="ar-LB" sz="2800" b="1" dirty="0"/>
              <a:t>المعايير</a:t>
            </a:r>
            <a:r>
              <a:rPr lang="ar-LB" sz="2800" dirty="0"/>
              <a:t> ومع </a:t>
            </a:r>
            <a:r>
              <a:rPr lang="ar-LB" sz="2800" b="1" dirty="0"/>
              <a:t>زملائه</a:t>
            </a:r>
            <a:r>
              <a:rPr lang="ar-LB" sz="2800" dirty="0"/>
              <a:t> في نفس الوقت.</a:t>
            </a:r>
            <a:br>
              <a:rPr lang="ar-LB" sz="2800" dirty="0"/>
            </a:br>
            <a:r>
              <a:rPr lang="ar-LB" sz="2800" dirty="0"/>
              <a:t>مثال:</a:t>
            </a:r>
          </a:p>
          <a:p>
            <a:pPr algn="r" rtl="1"/>
            <a:r>
              <a:rPr lang="ar-LB" sz="2800" dirty="0"/>
              <a:t>معيار النجاح = 70% </a:t>
            </a:r>
            <a:r>
              <a:rPr lang="en-US" sz="2800" dirty="0"/>
              <a:t>(CRT)</a:t>
            </a:r>
          </a:p>
          <a:p>
            <a:pPr algn="r" rtl="1"/>
            <a:r>
              <a:rPr lang="ar-LB" sz="2800" dirty="0"/>
              <a:t>ولكن ترتيب الطالب داخل الصف مهم أيضًا </a:t>
            </a:r>
            <a:r>
              <a:rPr lang="en-US" sz="2800" dirty="0"/>
              <a:t>(NRT)</a:t>
            </a:r>
          </a:p>
        </p:txBody>
      </p:sp>
    </p:spTree>
    <p:extLst>
      <p:ext uri="{BB962C8B-B14F-4D97-AF65-F5344CB8AC3E}">
        <p14:creationId xmlns:p14="http://schemas.microsoft.com/office/powerpoint/2010/main" val="3180964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C6D53-C9C1-BD71-82B2-2160DA398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D584AC-72F4-EDFF-AA2D-F029F37DE7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5231B79-8F00-5526-2795-A2E46BA21800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النماذج المرجعية للدرجات وتعديل النتائج                                                                                          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EE7A5DE-74B7-BE66-A95C-8D0022707022}"/>
              </a:ext>
            </a:extLst>
          </p:cNvPr>
          <p:cNvSpPr/>
          <p:nvPr/>
        </p:nvSpPr>
        <p:spPr>
          <a:xfrm>
            <a:off x="3092245" y="2674375"/>
            <a:ext cx="6007509" cy="13076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3200"/>
              <a:t>تعديل الدرجات بعد الامتحان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1689150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144F3-DBBC-83BE-8374-644F77D98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D1F392-98B7-00CB-624F-F6795EFF9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00A72BE-2031-DB12-4E4F-DDA799D11E9D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النماذج المرجعية للدرجات وتعديل النتائج                                                                                          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270F69-74A0-9DCB-7FDA-38DAA565E6D6}"/>
              </a:ext>
            </a:extLst>
          </p:cNvPr>
          <p:cNvSpPr/>
          <p:nvPr/>
        </p:nvSpPr>
        <p:spPr>
          <a:xfrm>
            <a:off x="855406" y="1258529"/>
            <a:ext cx="10795819" cy="41098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LB" sz="2800" b="1" dirty="0"/>
              <a:t>ما هي إعادة توزيع الدرجات </a:t>
            </a:r>
            <a:r>
              <a:rPr lang="en-US" sz="2800" b="1" dirty="0"/>
              <a:t>(Scaling)؟</a:t>
            </a:r>
          </a:p>
          <a:p>
            <a:pPr algn="r" rtl="1"/>
            <a:endParaRPr lang="en-US" sz="2800" b="1" dirty="0"/>
          </a:p>
          <a:p>
            <a:pPr algn="r" rtl="1"/>
            <a:r>
              <a:rPr lang="ar-LB" sz="2800" b="1" dirty="0"/>
              <a:t>إعادة توزيع الدرجات (</a:t>
            </a:r>
            <a:r>
              <a:rPr lang="en-US" sz="2800" b="1" dirty="0"/>
              <a:t>(Scaling</a:t>
            </a:r>
            <a:r>
              <a:rPr lang="en-US" sz="2800" dirty="0"/>
              <a:t> </a:t>
            </a:r>
            <a:r>
              <a:rPr lang="ar-LB" sz="2800" dirty="0"/>
              <a:t>هي عملية تعديل العلامات الأصلية في الامتحان بعد تصحيحه، بحيث يتم: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LB" sz="2800" dirty="0"/>
              <a:t>رفع الدرجات أو خفضها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LB" sz="2800" dirty="0"/>
              <a:t>أو توسيع نطاقها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LB" sz="2800" dirty="0"/>
              <a:t>أو تحويلها إلى توزيع جديد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LB" sz="2800" dirty="0"/>
              <a:t>أو تعديل المتوسط والانحراف المعياري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LB" sz="2800" dirty="0"/>
              <a:t>وذلك </a:t>
            </a:r>
            <a:r>
              <a:rPr lang="ar-LB" sz="2800" b="1" dirty="0"/>
              <a:t>من دون تغيير ترتيب الطلاب</a:t>
            </a:r>
            <a:r>
              <a:rPr lang="ar-LB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03841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DB0DF-DDA5-652A-28F7-BB59E7084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824626-76DC-5331-97CB-C7435145D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35CE48-9552-3355-9269-5DB60E1BC911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النماذج المرجعية للدرجات وتعديل النتائج                                                                                          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4F7D913-D6D3-D4EC-5BB1-B67AE8FB7A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268347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410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0646C-7D6C-BA52-E4E1-7D264EDE7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598F64-7E8B-5683-6F73-6F5583E65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057C859-DC9F-5B42-B90D-8BF42E275C19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النماذج المرجعية للدرجات وتعديل النتائج                                                                                          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7D6FE8C-3AC1-FA5D-9442-B5CB8469FA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104278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828864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118DE-D650-3589-7D32-DBD23FD68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07AFFD-DDC6-469B-F02E-687D4EE72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5FAA8A0-B6CF-9360-A7D9-FE47FE570D84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النماذج المرجعية للدرجات وتعديل النتائج                                                                                         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Diagram 3">
                <a:extLst>
                  <a:ext uri="{FF2B5EF4-FFF2-40B4-BE49-F238E27FC236}">
                    <a16:creationId xmlns:a16="http://schemas.microsoft.com/office/drawing/2014/main" id="{F5DF3E11-6E93-CC81-030B-1126FE07D84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73744176"/>
                  </p:ext>
                </p:extLst>
              </p:nvPr>
            </p:nvGraphicFramePr>
            <p:xfrm>
              <a:off x="2032000" y="719666"/>
              <a:ext cx="8128000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>
          <p:graphicFrame>
            <p:nvGraphicFramePr>
              <p:cNvPr id="4" name="Diagram 3">
                <a:extLst>
                  <a:ext uri="{FF2B5EF4-FFF2-40B4-BE49-F238E27FC236}">
                    <a16:creationId xmlns:a16="http://schemas.microsoft.com/office/drawing/2014/main" id="{F5DF3E11-6E93-CC81-030B-1126FE07D84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73744176"/>
                  </p:ext>
                </p:extLst>
              </p:nvPr>
            </p:nvGraphicFramePr>
            <p:xfrm>
              <a:off x="2032000" y="719666"/>
              <a:ext cx="8128000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4" r:qs="rId5" r:cs="rId6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408197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09A35-784E-87DC-AE99-060D83590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7AD058-7D07-68E4-8A52-838D676F9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B103A54-6720-6EA3-5609-96CDBB6D1ACB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النماذج المرجعية للدرجات وتعديل النتائج                                                                                          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74BA56-9FE8-DEEA-F5A2-C45147C0F431}"/>
              </a:ext>
            </a:extLst>
          </p:cNvPr>
          <p:cNvSpPr/>
          <p:nvPr/>
        </p:nvSpPr>
        <p:spPr>
          <a:xfrm>
            <a:off x="4355690" y="2359742"/>
            <a:ext cx="3834581" cy="15928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LB" sz="8000" dirty="0"/>
              <a:t>مثل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6569212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388CC-D9F7-8C98-B359-921F8F848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EFEA6F-E050-9C78-2296-8727C6DE2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A48A399-742B-5887-68F6-EE570F8EA498}"/>
              </a:ext>
            </a:extLst>
          </p:cNvPr>
          <p:cNvSpPr/>
          <p:nvPr/>
        </p:nvSpPr>
        <p:spPr>
          <a:xfrm>
            <a:off x="0" y="6351638"/>
            <a:ext cx="12192000" cy="506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r-LB" dirty="0"/>
              <a:t>النماذج المرجعية للدرجات وتعديل النتائج                                                                                          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42DA380-94E4-59A2-B531-4E332D151919}"/>
              </a:ext>
            </a:extLst>
          </p:cNvPr>
          <p:cNvSpPr/>
          <p:nvPr/>
        </p:nvSpPr>
        <p:spPr>
          <a:xfrm>
            <a:off x="516193" y="540776"/>
            <a:ext cx="11159613" cy="548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SA" sz="2400" b="1" dirty="0"/>
              <a:t>المراجع</a:t>
            </a:r>
            <a:r>
              <a:rPr lang="en-US" sz="2400" b="1" dirty="0"/>
              <a:t>:</a:t>
            </a:r>
            <a:endParaRPr lang="en-US" sz="2400" dirty="0"/>
          </a:p>
          <a:p>
            <a:pPr marL="285750" lvl="0" indent="-285750" algn="r" rtl="1">
              <a:buFont typeface="Arial" panose="020B0604020202020204" pitchFamily="34" charset="0"/>
              <a:buChar char="•"/>
            </a:pPr>
            <a:r>
              <a:rPr lang="ar-SA" sz="2000" dirty="0" err="1"/>
              <a:t>بريجية</a:t>
            </a:r>
            <a:r>
              <a:rPr lang="ar-SA" sz="2000" dirty="0"/>
              <a:t>، أروى</a:t>
            </a:r>
            <a:r>
              <a:rPr lang="en-US" sz="2000" dirty="0"/>
              <a:t> (2016). </a:t>
            </a:r>
            <a:r>
              <a:rPr lang="ar-SA" sz="2000" i="1" dirty="0"/>
              <a:t>مفهوم التقويم والقياس</a:t>
            </a:r>
            <a:r>
              <a:rPr lang="en-US" sz="2000" dirty="0"/>
              <a:t>. </a:t>
            </a:r>
            <a:r>
              <a:rPr lang="ar-SA" sz="2000" dirty="0"/>
              <a:t>موقع موضوع</a:t>
            </a:r>
            <a:r>
              <a:rPr lang="en-US" sz="2000" u="sng" dirty="0">
                <a:hlinkClick r:id="rId3"/>
              </a:rPr>
              <a:t>mawdoo3.com</a:t>
            </a:r>
            <a:endParaRPr lang="en-US" sz="2000" dirty="0"/>
          </a:p>
          <a:p>
            <a:pPr marL="285750" lvl="0" indent="-285750" algn="r" rtl="1">
              <a:buFont typeface="Arial" panose="020B0604020202020204" pitchFamily="34" charset="0"/>
              <a:buChar char="•"/>
            </a:pPr>
            <a:r>
              <a:rPr lang="ar-SA" sz="2000" dirty="0"/>
              <a:t>نصر، ياسمين</a:t>
            </a:r>
            <a:r>
              <a:rPr lang="en-US" sz="2000" dirty="0"/>
              <a:t> (2021). </a:t>
            </a:r>
            <a:r>
              <a:rPr lang="ar-SA" sz="2000" i="1" dirty="0"/>
              <a:t>أنواع التقويم التربوي التي تجعل العملية التعليمية غير تقليدية</a:t>
            </a:r>
            <a:r>
              <a:rPr lang="en-US" sz="2000" dirty="0"/>
              <a:t>. </a:t>
            </a:r>
            <a:r>
              <a:rPr lang="ar-SA" sz="2000" dirty="0"/>
              <a:t>مدونة </a:t>
            </a:r>
            <a:r>
              <a:rPr lang="ar-SA" sz="2000" dirty="0" err="1"/>
              <a:t>كوركت</a:t>
            </a:r>
            <a:r>
              <a:rPr lang="ar-SA" sz="2000" dirty="0"/>
              <a:t> </a:t>
            </a:r>
            <a:r>
              <a:rPr lang="en-US" sz="2000" u="sng" dirty="0">
                <a:hlinkClick r:id="rId4"/>
              </a:rPr>
              <a:t>qorrectassess.com</a:t>
            </a:r>
            <a:r>
              <a:rPr lang="en-US" sz="2000" dirty="0"/>
              <a:t> </a:t>
            </a:r>
          </a:p>
          <a:p>
            <a:pPr marL="285750" lvl="0" indent="-285750" algn="r" rtl="1">
              <a:buFont typeface="Arial" panose="020B0604020202020204" pitchFamily="34" charset="0"/>
              <a:buChar char="•"/>
            </a:pPr>
            <a:r>
              <a:rPr lang="ar-SA" sz="2000" dirty="0"/>
              <a:t>جامعة كربلاء – كلية التربية للعلوم الإنسانية (دون تاريخ)</a:t>
            </a:r>
            <a:r>
              <a:rPr lang="en-US" sz="2000" dirty="0"/>
              <a:t>. </a:t>
            </a:r>
            <a:r>
              <a:rPr lang="ar-SA" sz="2000" i="1" dirty="0"/>
              <a:t>الصدق في الاختبارات والمقاييس</a:t>
            </a:r>
            <a:r>
              <a:rPr lang="en-US" sz="2000" dirty="0"/>
              <a:t>. </a:t>
            </a:r>
            <a:r>
              <a:rPr lang="ar-SA" sz="2000" dirty="0"/>
              <a:t>موقع الكلية</a:t>
            </a:r>
            <a:r>
              <a:rPr lang="en-US" sz="2000" u="sng" dirty="0">
                <a:hlinkClick r:id="rId5"/>
              </a:rPr>
              <a:t>cohe.uokerbala.edu.iq</a:t>
            </a:r>
            <a:r>
              <a:rPr lang="en-US" sz="2000" dirty="0"/>
              <a:t> </a:t>
            </a:r>
          </a:p>
          <a:p>
            <a:pPr marL="285750" lvl="0" indent="-285750" algn="r" rtl="1">
              <a:buFont typeface="Arial" panose="020B0604020202020204" pitchFamily="34" charset="0"/>
              <a:buChar char="•"/>
            </a:pPr>
            <a:r>
              <a:rPr lang="ar-SA" sz="2000" dirty="0"/>
              <a:t>عمادة التقويم – المملكة المتحدة</a:t>
            </a:r>
            <a:r>
              <a:rPr lang="en-US" sz="2000" dirty="0"/>
              <a:t> (2025). </a:t>
            </a:r>
            <a:r>
              <a:rPr lang="en-US" sz="2000" i="1" dirty="0"/>
              <a:t>Fairness in tension: A socio-technical analysis of an algorithm used to grade students</a:t>
            </a:r>
            <a:r>
              <a:rPr lang="en-US" sz="2000" dirty="0"/>
              <a:t>. </a:t>
            </a:r>
            <a:r>
              <a:rPr lang="en-US" sz="2000" b="1" dirty="0"/>
              <a:t>Cambridge Forum on AI: Law &amp; Governance</a:t>
            </a:r>
            <a:r>
              <a:rPr lang="en-US" sz="2000" dirty="0"/>
              <a:t>, 1, </a:t>
            </a:r>
            <a:r>
              <a:rPr lang="ar-SA" sz="2000" dirty="0"/>
              <a:t>مقال رقم</a:t>
            </a:r>
            <a:r>
              <a:rPr lang="en-US" sz="2000" dirty="0"/>
              <a:t> e19</a:t>
            </a:r>
            <a:r>
              <a:rPr lang="en-US" sz="2000" u="sng" dirty="0">
                <a:hlinkClick r:id="rId6"/>
              </a:rPr>
              <a:t>cambridge.org</a:t>
            </a:r>
            <a:r>
              <a:rPr lang="en-US" sz="2000" dirty="0"/>
              <a:t> </a:t>
            </a:r>
          </a:p>
          <a:p>
            <a:pPr marL="285750" lvl="0" indent="-285750" algn="r" rtl="1">
              <a:buFont typeface="Arial" panose="020B0604020202020204" pitchFamily="34" charset="0"/>
              <a:buChar char="•"/>
            </a:pPr>
            <a:r>
              <a:rPr lang="en-US" sz="2000" dirty="0"/>
              <a:t>Black, P. &amp; Wiliam, D. (1998). </a:t>
            </a:r>
            <a:r>
              <a:rPr lang="en-US" sz="2000" i="1" dirty="0"/>
              <a:t>Inside the Black Box: Raising Standards through Classroom Assessment</a:t>
            </a:r>
            <a:r>
              <a:rPr lang="en-US" sz="2000" dirty="0"/>
              <a:t>. </a:t>
            </a:r>
            <a:r>
              <a:rPr lang="en-US" sz="2000" b="1" dirty="0"/>
              <a:t>Phi Delta </a:t>
            </a:r>
            <a:r>
              <a:rPr lang="en-US" sz="2000" b="1" dirty="0" err="1"/>
              <a:t>Kappan</a:t>
            </a:r>
            <a:r>
              <a:rPr lang="en-US" sz="2000" dirty="0"/>
              <a:t>, 80(2), 139–148 </a:t>
            </a:r>
          </a:p>
          <a:p>
            <a:pPr marL="285750" lvl="0" indent="-285750" algn="r" rtl="1">
              <a:buFont typeface="Arial" panose="020B0604020202020204" pitchFamily="34" charset="0"/>
              <a:buChar char="•"/>
            </a:pPr>
            <a:r>
              <a:rPr lang="en-US" sz="2000" b="1" dirty="0"/>
              <a:t>Standards for Educational and Psychological Testing</a:t>
            </a:r>
            <a:r>
              <a:rPr lang="en-US" sz="2000" dirty="0"/>
              <a:t> (2014). AERA, APA, NCME. </a:t>
            </a:r>
            <a:r>
              <a:rPr lang="ar-LB" sz="2000" dirty="0"/>
              <a:t>)</a:t>
            </a:r>
            <a:r>
              <a:rPr lang="ar-SA" sz="2000" dirty="0"/>
              <a:t>معايير الصدق والثبات والعدالة في الاختبارات</a:t>
            </a:r>
            <a:endParaRPr lang="en-US" sz="2000" dirty="0"/>
          </a:p>
          <a:p>
            <a:pPr marL="285750" lvl="0" indent="-285750" algn="r" rtl="1">
              <a:buFont typeface="Arial" panose="020B0604020202020204" pitchFamily="34" charset="0"/>
              <a:buChar char="•"/>
            </a:pPr>
            <a:r>
              <a:rPr lang="en-US" sz="2000" dirty="0"/>
              <a:t>Hambleton, R.K., &amp; Swaminathan, H. (1985). </a:t>
            </a:r>
            <a:r>
              <a:rPr lang="en-US" sz="2000" i="1" dirty="0"/>
              <a:t>Item Response Theory: (Principles and Applications)</a:t>
            </a:r>
            <a:r>
              <a:rPr lang="en-US" sz="2000" dirty="0"/>
              <a:t>. </a:t>
            </a:r>
          </a:p>
          <a:p>
            <a:pPr marL="285750" lvl="0" indent="-285750" algn="r" rtl="1">
              <a:buFont typeface="Arial" panose="020B0604020202020204" pitchFamily="34" charset="0"/>
              <a:buChar char="•"/>
            </a:pPr>
            <a:r>
              <a:rPr lang="ar-SA" sz="2000" dirty="0"/>
              <a:t>إحصائيات لـ</a:t>
            </a:r>
            <a:r>
              <a:rPr lang="en-US" sz="2000" dirty="0"/>
              <a:t>Cronbach’s Alpha – </a:t>
            </a:r>
            <a:r>
              <a:rPr lang="ar-SA" sz="2000" dirty="0"/>
              <a:t>موقع أسلوب</a:t>
            </a:r>
            <a:r>
              <a:rPr lang="en-US" sz="2000" dirty="0"/>
              <a:t> (2024)</a:t>
            </a:r>
            <a:r>
              <a:rPr lang="en-US" sz="2000" u="sng" dirty="0">
                <a:hlinkClick r:id="rId7"/>
              </a:rPr>
              <a:t>osloop.io</a:t>
            </a:r>
            <a:endParaRPr lang="en-US" sz="2000" dirty="0"/>
          </a:p>
          <a:p>
            <a:pPr marL="285750" lvl="0" indent="-285750" algn="r" rtl="1">
              <a:buFont typeface="Arial" panose="020B0604020202020204" pitchFamily="34" charset="0"/>
              <a:buChar char="•"/>
            </a:pPr>
            <a:r>
              <a:rPr lang="en-US" sz="2000" dirty="0" err="1"/>
              <a:t>Qorrect</a:t>
            </a:r>
            <a:r>
              <a:rPr lang="en-US" sz="2000" dirty="0"/>
              <a:t> Platform Blog (2025). </a:t>
            </a:r>
            <a:r>
              <a:rPr lang="en-US" sz="2000" i="1" dirty="0"/>
              <a:t>Exam Result Analysis Report: Smarter Exam Insights </a:t>
            </a:r>
            <a:r>
              <a:rPr lang="en-US" sz="2000" u="sng" dirty="0">
                <a:hlinkClick r:id="rId8"/>
              </a:rPr>
              <a:t>qorrectassess.com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8224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1068</TotalTime>
  <Words>1318</Words>
  <Application>Microsoft Office PowerPoint</Application>
  <PresentationFormat>Widescreen</PresentationFormat>
  <Paragraphs>227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Akhbar MT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Daher</dc:creator>
  <cp:lastModifiedBy>Angel Daher</cp:lastModifiedBy>
  <cp:revision>8</cp:revision>
  <dcterms:created xsi:type="dcterms:W3CDTF">2025-11-22T15:37:28Z</dcterms:created>
  <dcterms:modified xsi:type="dcterms:W3CDTF">2025-11-23T09:25:52Z</dcterms:modified>
</cp:coreProperties>
</file>